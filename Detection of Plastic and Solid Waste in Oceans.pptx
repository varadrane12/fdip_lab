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816">
          <p15:clr>
            <a:srgbClr val="A4A3A4"/>
          </p15:clr>
        </p15:guide>
        <p15:guide id="2" orient="horz" pos="384">
          <p15:clr>
            <a:srgbClr val="A4A3A4"/>
          </p15:clr>
        </p15:guide>
      </p15:sldGuideLst>
    </p:ext>
    <p:ext uri="GoogleSlidesCustomDataVersion2">
      <go:slidesCustomData xmlns:go="http://customooxmlschemas.google.com/" r:id="rId28" roundtripDataSignature="AMtx7mj0NMNV/AGz5rwaQS7fFRpBG6yJ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0E99B2-5730-4D21-8677-CC285A7A6184}">
  <a:tblStyle styleId="{9C0E99B2-5730-4D21-8677-CC285A7A6184}"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fill>
          <a:solidFill>
            <a:srgbClr val="F0F4F9"/>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p:guide pos="38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customschemas.google.com/relationships/presentationmetadata" Target="meta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44b0d527e_0_4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944b0d527e_0_4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44b0d527e_1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944b0d527e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44b0d527e_1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944b0d527e_1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44b0d527e_1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944b0d527e_1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44b0d527e_1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944b0d527e_1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44b0d527e_1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944b0d527e_1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44b0d527e_1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944b0d527e_1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44b0d527e_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944b0d527e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44b0d527e_1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1. Original Image</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What It Is:</a:t>
            </a:r>
            <a:r>
              <a:rPr lang="en-US" sz="1100">
                <a:latin typeface="Arial"/>
                <a:ea typeface="Arial"/>
                <a:cs typeface="Arial"/>
                <a:sym typeface="Arial"/>
              </a:rPr>
              <a:t> This is our starting point—the raw, unprocessed image taken directly from the underwater camera.</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What to Point Out:</a:t>
            </a:r>
            <a:r>
              <a:rPr lang="en-US" sz="1100">
                <a:latin typeface="Arial"/>
                <a:ea typeface="Arial"/>
                <a:cs typeface="Arial"/>
                <a:sym typeface="Arial"/>
              </a:rPr>
              <a:t> "Notice two main problems here. First, the image has a very strong </a:t>
            </a:r>
            <a:r>
              <a:rPr b="1" lang="en-US" sz="1100">
                <a:latin typeface="Arial"/>
                <a:ea typeface="Arial"/>
                <a:cs typeface="Arial"/>
                <a:sym typeface="Arial"/>
              </a:rPr>
              <a:t>green color cast</a:t>
            </a:r>
            <a:r>
              <a:rPr lang="en-US" sz="1100">
                <a:latin typeface="Arial"/>
                <a:ea typeface="Arial"/>
                <a:cs typeface="Arial"/>
                <a:sym typeface="Arial"/>
              </a:rPr>
              <a:t>, which is common underwater because water absorbs red light more than green and blue light. Second, the overall </a:t>
            </a:r>
            <a:r>
              <a:rPr b="1" lang="en-US" sz="1100">
                <a:latin typeface="Arial"/>
                <a:ea typeface="Arial"/>
                <a:cs typeface="Arial"/>
                <a:sym typeface="Arial"/>
              </a:rPr>
              <a:t>contrast is low</a:t>
            </a:r>
            <a:r>
              <a:rPr lang="en-US" sz="1100">
                <a:latin typeface="Arial"/>
                <a:ea typeface="Arial"/>
                <a:cs typeface="Arial"/>
                <a:sym typeface="Arial"/>
              </a:rPr>
              <a:t>, making it hard to see fine details on the seafloor and the object itself."</a:t>
            </a:r>
            <a:endParaRPr sz="1100">
              <a:latin typeface="Arial"/>
              <a:ea typeface="Arial"/>
              <a:cs typeface="Arial"/>
              <a:sym typeface="Arial"/>
            </a:endParaRPr>
          </a:p>
          <a:p>
            <a:pPr indent="0" lvl="0" marL="0" rtl="0" algn="l">
              <a:lnSpc>
                <a:spcPct val="115000"/>
              </a:lnSpc>
              <a:spcBef>
                <a:spcPts val="1400"/>
              </a:spcBef>
              <a:spcAft>
                <a:spcPts val="0"/>
              </a:spcAft>
              <a:buNone/>
            </a:pPr>
            <a:r>
              <a:rPr b="1" lang="en-US" sz="1300">
                <a:latin typeface="Arial"/>
                <a:ea typeface="Arial"/>
                <a:cs typeface="Arial"/>
                <a:sym typeface="Arial"/>
              </a:rPr>
              <a:t>2. L Channel (LAB) Before CLAHE &amp; Its Histogram</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What It Is:</a:t>
            </a:r>
            <a:r>
              <a:rPr lang="en-US" sz="1100">
                <a:latin typeface="Arial"/>
                <a:ea typeface="Arial"/>
                <a:cs typeface="Arial"/>
                <a:sym typeface="Arial"/>
              </a:rPr>
              <a:t> "To fix the contrast, we first convert the image from the standard BGR color space to LAB. This is useful because LAB separates image information into </a:t>
            </a:r>
            <a:r>
              <a:rPr b="1" lang="en-US" sz="1100">
                <a:latin typeface="Arial"/>
                <a:ea typeface="Arial"/>
                <a:cs typeface="Arial"/>
                <a:sym typeface="Arial"/>
              </a:rPr>
              <a:t>L for Lightness</a:t>
            </a:r>
            <a:r>
              <a:rPr lang="en-US" sz="1100">
                <a:latin typeface="Arial"/>
                <a:ea typeface="Arial"/>
                <a:cs typeface="Arial"/>
                <a:sym typeface="Arial"/>
              </a:rPr>
              <a:t> (brightness), and </a:t>
            </a:r>
            <a:r>
              <a:rPr b="1" lang="en-US" sz="1100">
                <a:latin typeface="Arial"/>
                <a:ea typeface="Arial"/>
                <a:cs typeface="Arial"/>
                <a:sym typeface="Arial"/>
              </a:rPr>
              <a:t>'a' and 'b' for color</a:t>
            </a:r>
            <a:r>
              <a:rPr lang="en-US" sz="1100">
                <a:latin typeface="Arial"/>
                <a:ea typeface="Arial"/>
                <a:cs typeface="Arial"/>
                <a:sym typeface="Arial"/>
              </a:rPr>
              <a:t>. This image shows only the L (Lightness) channel. It’s essentially a grayscale version of our original image."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What the Histogram Shows:</a:t>
            </a:r>
            <a:r>
              <a:rPr lang="en-US" sz="1100">
                <a:latin typeface="Arial"/>
                <a:ea typeface="Arial"/>
                <a:cs typeface="Arial"/>
                <a:sym typeface="Arial"/>
              </a:rPr>
              <a:t> "This histogram plots the distribution of brightness values in the L channel. Notice how most of the pixel values are </a:t>
            </a:r>
            <a:r>
              <a:rPr b="1" lang="en-US" sz="1100">
                <a:latin typeface="Arial"/>
                <a:ea typeface="Arial"/>
                <a:cs typeface="Arial"/>
                <a:sym typeface="Arial"/>
              </a:rPr>
              <a:t>clumped together in a narrow range</a:t>
            </a:r>
            <a:r>
              <a:rPr lang="en-US" sz="1100">
                <a:latin typeface="Arial"/>
                <a:ea typeface="Arial"/>
                <a:cs typeface="Arial"/>
                <a:sym typeface="Arial"/>
              </a:rPr>
              <a:t> in the middle. This is the mathematical confirmation of what we see with our eyes: the image has low contrast."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85" name="Google Shape;185;g3944b0d527e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44b0d527e_1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944b0d527e_1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44b0d527e_1_1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944b0d527e_1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5c61db46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85c61db46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5c61db46a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85c61db46a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5c61db46a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85c61db46a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15"/>
          <p:cNvSpPr/>
          <p:nvPr/>
        </p:nvSpPr>
        <p:spPr>
          <a:xfrm>
            <a:off x="0" y="0"/>
            <a:ext cx="12192000" cy="6858000"/>
          </a:xfrm>
          <a:custGeom>
            <a:rect b="b" l="l" r="r" t="t"/>
            <a:pathLst>
              <a:path extrusionOk="0" h="6858000" w="12192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 name="Google Shape;15;p15"/>
          <p:cNvSpPr txBox="1"/>
          <p:nvPr>
            <p:ph type="title"/>
          </p:nvPr>
        </p:nvSpPr>
        <p:spPr>
          <a:xfrm>
            <a:off x="838200" y="1417320"/>
            <a:ext cx="10515600" cy="40233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5"/>
          <p:cNvSpPr txBox="1"/>
          <p:nvPr>
            <p:ph idx="1" type="subTitle"/>
          </p:nvPr>
        </p:nvSpPr>
        <p:spPr>
          <a:xfrm>
            <a:off x="1524000" y="6044184"/>
            <a:ext cx="9144000" cy="356700"/>
          </a:xfrm>
          <a:prstGeom prst="rect">
            <a:avLst/>
          </a:prstGeom>
          <a:noFill/>
          <a:ln>
            <a:noFill/>
          </a:ln>
        </p:spPr>
        <p:txBody>
          <a:bodyPr anchorCtr="0" anchor="t" bIns="0" lIns="0" spcFirstLastPara="1" rIns="0" wrap="square" tIns="0">
            <a:noAutofit/>
          </a:bodyPr>
          <a:lstStyle>
            <a:lvl1pPr lvl="0" algn="ctr">
              <a:lnSpc>
                <a:spcPct val="100000"/>
              </a:lnSpc>
              <a:spcBef>
                <a:spcPts val="1000"/>
              </a:spcBef>
              <a:spcAft>
                <a:spcPts val="0"/>
              </a:spcAft>
              <a:buSzPts val="2400"/>
              <a:buNone/>
              <a:defRPr sz="2400" cap="none"/>
            </a:lvl1pPr>
            <a:lvl2pPr lvl="1" algn="ctr">
              <a:lnSpc>
                <a:spcPct val="100000"/>
              </a:lnSpc>
              <a:spcBef>
                <a:spcPts val="500"/>
              </a:spcBef>
              <a:spcAft>
                <a:spcPts val="0"/>
              </a:spcAft>
              <a:buSzPts val="2000"/>
              <a:buNone/>
              <a:defRPr sz="2000"/>
            </a:lvl2pPr>
            <a:lvl3pPr lvl="2" algn="ctr">
              <a:lnSpc>
                <a:spcPct val="100000"/>
              </a:lnSpc>
              <a:spcBef>
                <a:spcPts val="500"/>
              </a:spcBef>
              <a:spcAft>
                <a:spcPts val="0"/>
              </a:spcAft>
              <a:buSzPts val="1800"/>
              <a:buNone/>
              <a:defRPr sz="18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5"/>
          <p:cNvSpPr/>
          <p:nvPr/>
        </p:nvSpPr>
        <p:spPr>
          <a:xfrm>
            <a:off x="5891213" y="5628222"/>
            <a:ext cx="409500" cy="88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image right">
  <p:cSld name="Title and content with image right">
    <p:spTree>
      <p:nvGrpSpPr>
        <p:cNvPr id="18" name="Shape 18"/>
        <p:cNvGrpSpPr/>
        <p:nvPr/>
      </p:nvGrpSpPr>
      <p:grpSpPr>
        <a:xfrm>
          <a:off x="0" y="0"/>
          <a:ext cx="0" cy="0"/>
          <a:chOff x="0" y="0"/>
          <a:chExt cx="0" cy="0"/>
        </a:xfrm>
      </p:grpSpPr>
      <p:sp>
        <p:nvSpPr>
          <p:cNvPr id="19" name="Google Shape;19;p16"/>
          <p:cNvSpPr/>
          <p:nvPr/>
        </p:nvSpPr>
        <p:spPr>
          <a:xfrm>
            <a:off x="8610600" y="0"/>
            <a:ext cx="3581400" cy="6858000"/>
          </a:xfrm>
          <a:custGeom>
            <a:rect b="b" l="l" r="r" t="t"/>
            <a:pathLst>
              <a:path extrusionOk="0" h="6858000" w="35814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16"/>
          <p:cNvSpPr txBox="1"/>
          <p:nvPr>
            <p:ph type="title"/>
          </p:nvPr>
        </p:nvSpPr>
        <p:spPr>
          <a:xfrm>
            <a:off x="1280160" y="1097280"/>
            <a:ext cx="4114800" cy="228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6"/>
          <p:cNvSpPr txBox="1"/>
          <p:nvPr>
            <p:ph idx="1" type="body"/>
          </p:nvPr>
        </p:nvSpPr>
        <p:spPr>
          <a:xfrm>
            <a:off x="1280160" y="3566160"/>
            <a:ext cx="4114800" cy="2651700"/>
          </a:xfrm>
          <a:prstGeom prst="rect">
            <a:avLst/>
          </a:prstGeom>
          <a:noFill/>
          <a:ln>
            <a:noFill/>
          </a:ln>
        </p:spPr>
        <p:txBody>
          <a:bodyPr anchorCtr="0" anchor="t" bIns="0" lIns="0" spcFirstLastPara="1" rIns="0" wrap="square" tIns="0">
            <a:normAutofit/>
          </a:bodyPr>
          <a:lstStyle>
            <a:lvl1pPr indent="-381000" lvl="0" marL="457200" algn="l">
              <a:lnSpc>
                <a:spcPct val="100000"/>
              </a:lnSpc>
              <a:spcBef>
                <a:spcPts val="1400"/>
              </a:spcBef>
              <a:spcAft>
                <a:spcPts val="0"/>
              </a:spcAft>
              <a:buClr>
                <a:schemeClr val="accent1"/>
              </a:buClr>
              <a:buSzPts val="2400"/>
              <a:buFont typeface="Courier New"/>
              <a:buChar char="o"/>
              <a:defRPr sz="2400" cap="none"/>
            </a:lvl1pPr>
            <a:lvl2pPr indent="-355600" lvl="1" marL="914400" algn="l">
              <a:lnSpc>
                <a:spcPct val="100000"/>
              </a:lnSpc>
              <a:spcBef>
                <a:spcPts val="500"/>
              </a:spcBef>
              <a:spcAft>
                <a:spcPts val="0"/>
              </a:spcAft>
              <a:buSzPts val="2000"/>
              <a:buChar char="o"/>
              <a:defRPr/>
            </a:lvl2pPr>
            <a:lvl3pPr indent="-342900" lvl="2" marL="1371600" algn="l">
              <a:lnSpc>
                <a:spcPct val="100000"/>
              </a:lnSpc>
              <a:spcBef>
                <a:spcPts val="500"/>
              </a:spcBef>
              <a:spcAft>
                <a:spcPts val="0"/>
              </a:spcAft>
              <a:buSzPts val="1800"/>
              <a:buChar char="o"/>
              <a:defRPr/>
            </a:lvl3pPr>
            <a:lvl4pPr indent="-330200" lvl="3" marL="1828800" algn="l">
              <a:lnSpc>
                <a:spcPct val="100000"/>
              </a:lnSpc>
              <a:spcBef>
                <a:spcPts val="500"/>
              </a:spcBef>
              <a:spcAft>
                <a:spcPts val="0"/>
              </a:spcAft>
              <a:buSzPts val="1600"/>
              <a:buChar char="o"/>
              <a:defRPr/>
            </a:lvl4pPr>
            <a:lvl5pPr indent="-317500" lvl="4" marL="2286000" algn="l">
              <a:lnSpc>
                <a:spcPct val="100000"/>
              </a:lnSpc>
              <a:spcBef>
                <a:spcPts val="500"/>
              </a:spcBef>
              <a:spcAft>
                <a:spcPts val="0"/>
              </a:spcAft>
              <a:buSzPts val="14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6"/>
          <p:cNvSpPr/>
          <p:nvPr>
            <p:ph idx="2" type="pic"/>
          </p:nvPr>
        </p:nvSpPr>
        <p:spPr>
          <a:xfrm>
            <a:off x="5687568" y="1435608"/>
            <a:ext cx="5898000" cy="3977700"/>
          </a:xfrm>
          <a:prstGeom prst="rect">
            <a:avLst/>
          </a:prstGeom>
          <a:noFill/>
          <a:ln>
            <a:noFill/>
          </a:ln>
        </p:spPr>
      </p:sp>
      <p:sp>
        <p:nvSpPr>
          <p:cNvPr id="23" name="Google Shape;23;p16"/>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24" name="Google Shape;24;p16"/>
          <p:cNvCxnSpPr/>
          <p:nvPr/>
        </p:nvCxnSpPr>
        <p:spPr>
          <a:xfrm>
            <a:off x="1295400" y="822960"/>
            <a:ext cx="41160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spTree>
      <p:nvGrpSpPr>
        <p:cNvPr id="25" name="Shape 25"/>
        <p:cNvGrpSpPr/>
        <p:nvPr/>
      </p:nvGrpSpPr>
      <p:grpSpPr>
        <a:xfrm>
          <a:off x="0" y="0"/>
          <a:ext cx="0" cy="0"/>
          <a:chOff x="0" y="0"/>
          <a:chExt cx="0" cy="0"/>
        </a:xfrm>
      </p:grpSpPr>
      <p:sp>
        <p:nvSpPr>
          <p:cNvPr id="26" name="Google Shape;26;p17"/>
          <p:cNvSpPr/>
          <p:nvPr/>
        </p:nvSpPr>
        <p:spPr>
          <a:xfrm>
            <a:off x="0" y="0"/>
            <a:ext cx="356610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7" name="Google Shape;27;p17"/>
          <p:cNvSpPr txBox="1"/>
          <p:nvPr>
            <p:ph type="title"/>
          </p:nvPr>
        </p:nvSpPr>
        <p:spPr>
          <a:xfrm>
            <a:off x="5340096" y="1097280"/>
            <a:ext cx="6217800" cy="1828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7"/>
          <p:cNvSpPr/>
          <p:nvPr>
            <p:ph idx="2" type="pic"/>
          </p:nvPr>
        </p:nvSpPr>
        <p:spPr>
          <a:xfrm>
            <a:off x="1298448" y="1828800"/>
            <a:ext cx="3200400" cy="3200400"/>
          </a:xfrm>
          <a:prstGeom prst="ellipse">
            <a:avLst/>
          </a:prstGeom>
          <a:noFill/>
          <a:ln>
            <a:noFill/>
          </a:ln>
        </p:spPr>
      </p:sp>
      <p:sp>
        <p:nvSpPr>
          <p:cNvPr id="29" name="Google Shape;29;p17"/>
          <p:cNvSpPr txBox="1"/>
          <p:nvPr>
            <p:ph idx="1" type="body"/>
          </p:nvPr>
        </p:nvSpPr>
        <p:spPr>
          <a:xfrm>
            <a:off x="5340096" y="3429000"/>
            <a:ext cx="6217800" cy="2743200"/>
          </a:xfrm>
          <a:prstGeom prst="rect">
            <a:avLst/>
          </a:prstGeom>
          <a:noFill/>
          <a:ln>
            <a:noFill/>
          </a:ln>
        </p:spPr>
        <p:txBody>
          <a:bodyPr anchorCtr="0" anchor="t" bIns="0" lIns="0" spcFirstLastPara="1" rIns="0" wrap="square" tIns="0">
            <a:normAutofit/>
          </a:bodyPr>
          <a:lstStyle>
            <a:lvl1pPr indent="-350520" lvl="0" marL="457200" algn="l">
              <a:lnSpc>
                <a:spcPct val="100000"/>
              </a:lnSpc>
              <a:spcBef>
                <a:spcPts val="1400"/>
              </a:spcBef>
              <a:spcAft>
                <a:spcPts val="0"/>
              </a:spcAft>
              <a:buSzPts val="1920"/>
              <a:buChar char="o"/>
              <a:defRPr cap="none"/>
            </a:lvl1pPr>
            <a:lvl2pPr indent="-330200" lvl="1" marL="914400" algn="l">
              <a:lnSpc>
                <a:spcPct val="100000"/>
              </a:lnSpc>
              <a:spcBef>
                <a:spcPts val="500"/>
              </a:spcBef>
              <a:spcAft>
                <a:spcPts val="0"/>
              </a:spcAft>
              <a:buSzPts val="1600"/>
              <a:buChar char="o"/>
              <a:defRPr/>
            </a:lvl2pPr>
            <a:lvl3pPr indent="-320039" lvl="2" marL="1371600" algn="l">
              <a:lnSpc>
                <a:spcPct val="100000"/>
              </a:lnSpc>
              <a:spcBef>
                <a:spcPts val="500"/>
              </a:spcBef>
              <a:spcAft>
                <a:spcPts val="0"/>
              </a:spcAft>
              <a:buSzPts val="1440"/>
              <a:buChar char="o"/>
              <a:defRPr/>
            </a:lvl3pPr>
            <a:lvl4pPr indent="-309880" lvl="3" marL="1828800" algn="l">
              <a:lnSpc>
                <a:spcPct val="100000"/>
              </a:lnSpc>
              <a:spcBef>
                <a:spcPts val="500"/>
              </a:spcBef>
              <a:spcAft>
                <a:spcPts val="0"/>
              </a:spcAft>
              <a:buSzPts val="1280"/>
              <a:buChar char="o"/>
              <a:defRPr/>
            </a:lvl4pPr>
            <a:lvl5pPr indent="-299720" lvl="4" marL="2286000" algn="l">
              <a:lnSpc>
                <a:spcPct val="100000"/>
              </a:lnSpc>
              <a:spcBef>
                <a:spcPts val="500"/>
              </a:spcBef>
              <a:spcAft>
                <a:spcPts val="0"/>
              </a:spcAft>
              <a:buSzPts val="112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7"/>
          <p:cNvSpPr txBox="1"/>
          <p:nvPr/>
        </p:nvSpPr>
        <p:spPr>
          <a:xfrm>
            <a:off x="641838" y="5547946"/>
            <a:ext cx="1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 name="Google Shape;31;p17"/>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32" name="Google Shape;32;p17"/>
          <p:cNvCxnSpPr/>
          <p:nvPr/>
        </p:nvCxnSpPr>
        <p:spPr>
          <a:xfrm>
            <a:off x="5340096" y="822960"/>
            <a:ext cx="41160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picture">
  <p:cSld name="Title + subtitle + picture">
    <p:spTree>
      <p:nvGrpSpPr>
        <p:cNvPr id="33" name="Shape 33"/>
        <p:cNvGrpSpPr/>
        <p:nvPr/>
      </p:nvGrpSpPr>
      <p:grpSpPr>
        <a:xfrm>
          <a:off x="0" y="0"/>
          <a:ext cx="0" cy="0"/>
          <a:chOff x="0" y="0"/>
          <a:chExt cx="0" cy="0"/>
        </a:xfrm>
      </p:grpSpPr>
      <p:sp>
        <p:nvSpPr>
          <p:cNvPr id="34" name="Google Shape;34;p18"/>
          <p:cNvSpPr txBox="1"/>
          <p:nvPr>
            <p:ph type="ctrTitle"/>
          </p:nvPr>
        </p:nvSpPr>
        <p:spPr>
          <a:xfrm>
            <a:off x="841248" y="2697480"/>
            <a:ext cx="10515600" cy="26061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subTitle"/>
          </p:nvPr>
        </p:nvSpPr>
        <p:spPr>
          <a:xfrm>
            <a:off x="841248" y="6044184"/>
            <a:ext cx="10515600" cy="457200"/>
          </a:xfrm>
          <a:prstGeom prst="rect">
            <a:avLst/>
          </a:prstGeom>
          <a:noFill/>
          <a:ln>
            <a:noFill/>
          </a:ln>
        </p:spPr>
        <p:txBody>
          <a:bodyPr anchorCtr="0" anchor="t" bIns="0" lIns="0" spcFirstLastPara="1" rIns="0" wrap="square" tIns="0">
            <a:normAutofit/>
          </a:bodyPr>
          <a:lstStyle>
            <a:lvl1pPr lvl="0" algn="ctr">
              <a:lnSpc>
                <a:spcPct val="100000"/>
              </a:lnSpc>
              <a:spcBef>
                <a:spcPts val="1000"/>
              </a:spcBef>
              <a:spcAft>
                <a:spcPts val="0"/>
              </a:spcAft>
              <a:buSzPts val="2400"/>
              <a:buNone/>
              <a:defRPr sz="2400"/>
            </a:lvl1pPr>
            <a:lvl2pPr lvl="1" algn="ctr">
              <a:lnSpc>
                <a:spcPct val="100000"/>
              </a:lnSpc>
              <a:spcBef>
                <a:spcPts val="500"/>
              </a:spcBef>
              <a:spcAft>
                <a:spcPts val="0"/>
              </a:spcAft>
              <a:buSzPts val="2000"/>
              <a:buNone/>
              <a:defRPr sz="2000"/>
            </a:lvl2pPr>
            <a:lvl3pPr lvl="2" algn="ctr">
              <a:lnSpc>
                <a:spcPct val="100000"/>
              </a:lnSpc>
              <a:spcBef>
                <a:spcPts val="500"/>
              </a:spcBef>
              <a:spcAft>
                <a:spcPts val="0"/>
              </a:spcAft>
              <a:buSzPts val="1800"/>
              <a:buNone/>
              <a:defRPr sz="18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18"/>
          <p:cNvSpPr/>
          <p:nvPr>
            <p:ph idx="2" type="pic"/>
          </p:nvPr>
        </p:nvSpPr>
        <p:spPr>
          <a:xfrm>
            <a:off x="0" y="0"/>
            <a:ext cx="12189000" cy="2368200"/>
          </a:xfrm>
          <a:prstGeom prst="rect">
            <a:avLst/>
          </a:prstGeom>
          <a:noFill/>
          <a:ln>
            <a:noFill/>
          </a:ln>
        </p:spPr>
      </p:sp>
      <p:sp>
        <p:nvSpPr>
          <p:cNvPr id="37" name="Google Shape;37;p18"/>
          <p:cNvSpPr/>
          <p:nvPr/>
        </p:nvSpPr>
        <p:spPr>
          <a:xfrm>
            <a:off x="5891213" y="5628222"/>
            <a:ext cx="409500" cy="88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38" name="Shape 38"/>
        <p:cNvGrpSpPr/>
        <p:nvPr/>
      </p:nvGrpSpPr>
      <p:grpSpPr>
        <a:xfrm>
          <a:off x="0" y="0"/>
          <a:ext cx="0" cy="0"/>
          <a:chOff x="0" y="0"/>
          <a:chExt cx="0" cy="0"/>
        </a:xfrm>
      </p:grpSpPr>
      <p:sp>
        <p:nvSpPr>
          <p:cNvPr id="39" name="Google Shape;39;p19"/>
          <p:cNvSpPr/>
          <p:nvPr/>
        </p:nvSpPr>
        <p:spPr>
          <a:xfrm>
            <a:off x="0" y="0"/>
            <a:ext cx="12192000" cy="4457700"/>
          </a:xfrm>
          <a:custGeom>
            <a:rect b="b" l="l" r="r" t="t"/>
            <a:pathLst>
              <a:path extrusionOk="0" h="4457700" w="121920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 name="Google Shape;40;p19"/>
          <p:cNvSpPr txBox="1"/>
          <p:nvPr>
            <p:ph type="ctrTitle"/>
          </p:nvPr>
        </p:nvSpPr>
        <p:spPr>
          <a:xfrm>
            <a:off x="978408" y="1143000"/>
            <a:ext cx="10241400" cy="22860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9"/>
          <p:cNvSpPr txBox="1"/>
          <p:nvPr>
            <p:ph idx="1" type="subTitle"/>
          </p:nvPr>
        </p:nvSpPr>
        <p:spPr>
          <a:xfrm>
            <a:off x="2075688" y="3803904"/>
            <a:ext cx="8046600" cy="914400"/>
          </a:xfrm>
          <a:prstGeom prst="rect">
            <a:avLst/>
          </a:prstGeom>
          <a:noFill/>
          <a:ln>
            <a:noFill/>
          </a:ln>
        </p:spPr>
        <p:txBody>
          <a:bodyPr anchorCtr="0" anchor="t" bIns="0" lIns="0" spcFirstLastPara="1" rIns="0" wrap="square" tIns="0">
            <a:noAutofit/>
          </a:bodyPr>
          <a:lstStyle>
            <a:lvl1pPr lvl="0" algn="ctr">
              <a:lnSpc>
                <a:spcPct val="100000"/>
              </a:lnSpc>
              <a:spcBef>
                <a:spcPts val="1000"/>
              </a:spcBef>
              <a:spcAft>
                <a:spcPts val="0"/>
              </a:spcAft>
              <a:buSzPts val="2400"/>
              <a:buNone/>
              <a:defRPr sz="2400"/>
            </a:lvl1pPr>
            <a:lvl2pPr lvl="1" algn="ctr">
              <a:lnSpc>
                <a:spcPct val="100000"/>
              </a:lnSpc>
              <a:spcBef>
                <a:spcPts val="500"/>
              </a:spcBef>
              <a:spcAft>
                <a:spcPts val="0"/>
              </a:spcAft>
              <a:buSzPts val="2000"/>
              <a:buNone/>
              <a:defRPr sz="2000"/>
            </a:lvl2pPr>
            <a:lvl3pPr lvl="2" algn="ctr">
              <a:lnSpc>
                <a:spcPct val="100000"/>
              </a:lnSpc>
              <a:spcBef>
                <a:spcPts val="500"/>
              </a:spcBef>
              <a:spcAft>
                <a:spcPts val="0"/>
              </a:spcAft>
              <a:buSzPts val="1800"/>
              <a:buNone/>
              <a:defRPr sz="18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2" name="Google Shape;42;p19"/>
          <p:cNvSpPr/>
          <p:nvPr/>
        </p:nvSpPr>
        <p:spPr>
          <a:xfrm>
            <a:off x="5891213" y="5628222"/>
            <a:ext cx="409500" cy="88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icture">
  <p:cSld name="Title + picture">
    <p:bg>
      <p:bgPr>
        <a:solidFill>
          <a:schemeClr val="accent2"/>
        </a:solidFill>
      </p:bgPr>
    </p:bg>
    <p:spTree>
      <p:nvGrpSpPr>
        <p:cNvPr id="43" name="Shape 43"/>
        <p:cNvGrpSpPr/>
        <p:nvPr/>
      </p:nvGrpSpPr>
      <p:grpSpPr>
        <a:xfrm>
          <a:off x="0" y="0"/>
          <a:ext cx="0" cy="0"/>
          <a:chOff x="0" y="0"/>
          <a:chExt cx="0" cy="0"/>
        </a:xfrm>
      </p:grpSpPr>
      <p:sp>
        <p:nvSpPr>
          <p:cNvPr id="44" name="Google Shape;44;p20"/>
          <p:cNvSpPr/>
          <p:nvPr>
            <p:ph idx="2" type="pic"/>
          </p:nvPr>
        </p:nvSpPr>
        <p:spPr>
          <a:xfrm>
            <a:off x="1524000" y="1481328"/>
            <a:ext cx="9144000" cy="3895200"/>
          </a:xfrm>
          <a:prstGeom prst="rect">
            <a:avLst/>
          </a:prstGeom>
          <a:solidFill>
            <a:schemeClr val="lt1"/>
          </a:solidFill>
          <a:ln>
            <a:noFill/>
          </a:ln>
        </p:spPr>
      </p:sp>
      <p:sp>
        <p:nvSpPr>
          <p:cNvPr id="45" name="Google Shape;45;p20"/>
          <p:cNvSpPr txBox="1"/>
          <p:nvPr>
            <p:ph type="ctrTitle"/>
          </p:nvPr>
        </p:nvSpPr>
        <p:spPr>
          <a:xfrm>
            <a:off x="1984248" y="1920240"/>
            <a:ext cx="8229600" cy="30174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icture ">
  <p:cSld name="Content + picture ">
    <p:spTree>
      <p:nvGrpSpPr>
        <p:cNvPr id="46" name="Shape 46"/>
        <p:cNvGrpSpPr/>
        <p:nvPr/>
      </p:nvGrpSpPr>
      <p:grpSpPr>
        <a:xfrm>
          <a:off x="0" y="0"/>
          <a:ext cx="0" cy="0"/>
          <a:chOff x="0" y="0"/>
          <a:chExt cx="0" cy="0"/>
        </a:xfrm>
      </p:grpSpPr>
      <p:sp>
        <p:nvSpPr>
          <p:cNvPr id="47" name="Google Shape;47;p21"/>
          <p:cNvSpPr/>
          <p:nvPr/>
        </p:nvSpPr>
        <p:spPr>
          <a:xfrm>
            <a:off x="6705600" y="0"/>
            <a:ext cx="5486400" cy="6858000"/>
          </a:xfrm>
          <a:prstGeom prst="rect">
            <a:avLst/>
          </a:prstGeom>
          <a:solidFill>
            <a:srgbClr val="E9F5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Arial"/>
              <a:ea typeface="Arial"/>
              <a:cs typeface="Arial"/>
              <a:sym typeface="Arial"/>
            </a:endParaRPr>
          </a:p>
        </p:txBody>
      </p:sp>
      <p:sp>
        <p:nvSpPr>
          <p:cNvPr id="48" name="Google Shape;48;p21"/>
          <p:cNvSpPr txBox="1"/>
          <p:nvPr>
            <p:ph type="title"/>
          </p:nvPr>
        </p:nvSpPr>
        <p:spPr>
          <a:xfrm>
            <a:off x="1280160" y="3931920"/>
            <a:ext cx="5029200" cy="18288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1"/>
          <p:cNvSpPr/>
          <p:nvPr>
            <p:ph idx="2" type="pic"/>
          </p:nvPr>
        </p:nvSpPr>
        <p:spPr>
          <a:xfrm>
            <a:off x="1280160" y="548640"/>
            <a:ext cx="3017400" cy="3017400"/>
          </a:xfrm>
          <a:prstGeom prst="ellipse">
            <a:avLst/>
          </a:prstGeom>
          <a:noFill/>
          <a:ln>
            <a:noFill/>
          </a:ln>
        </p:spPr>
      </p:sp>
      <p:sp>
        <p:nvSpPr>
          <p:cNvPr id="50" name="Google Shape;50;p21"/>
          <p:cNvSpPr txBox="1"/>
          <p:nvPr>
            <p:ph idx="1" type="body"/>
          </p:nvPr>
        </p:nvSpPr>
        <p:spPr>
          <a:xfrm>
            <a:off x="7205472" y="731520"/>
            <a:ext cx="4306800" cy="5394900"/>
          </a:xfrm>
          <a:prstGeom prst="rect">
            <a:avLst/>
          </a:prstGeom>
          <a:noFill/>
          <a:ln>
            <a:noFill/>
          </a:ln>
        </p:spPr>
        <p:txBody>
          <a:bodyPr anchorCtr="0" anchor="b" bIns="0" lIns="0" spcFirstLastPara="1" rIns="0" wrap="square" tIns="0">
            <a:normAutofit/>
          </a:bodyPr>
          <a:lstStyle>
            <a:lvl1pPr indent="-350520" lvl="0" marL="457200" algn="l">
              <a:lnSpc>
                <a:spcPct val="100000"/>
              </a:lnSpc>
              <a:spcBef>
                <a:spcPts val="1400"/>
              </a:spcBef>
              <a:spcAft>
                <a:spcPts val="0"/>
              </a:spcAft>
              <a:buClr>
                <a:schemeClr val="dk1"/>
              </a:buClr>
              <a:buSzPts val="1920"/>
              <a:buChar char="o"/>
              <a:defRPr cap="none"/>
            </a:lvl1pPr>
            <a:lvl2pPr indent="-330200" lvl="1" marL="914400" algn="l">
              <a:lnSpc>
                <a:spcPct val="100000"/>
              </a:lnSpc>
              <a:spcBef>
                <a:spcPts val="500"/>
              </a:spcBef>
              <a:spcAft>
                <a:spcPts val="0"/>
              </a:spcAft>
              <a:buClr>
                <a:schemeClr val="dk1"/>
              </a:buClr>
              <a:buSzPts val="1600"/>
              <a:buChar char="o"/>
              <a:defRPr/>
            </a:lvl2pPr>
            <a:lvl3pPr indent="-320039" lvl="2" marL="1371600" algn="l">
              <a:lnSpc>
                <a:spcPct val="100000"/>
              </a:lnSpc>
              <a:spcBef>
                <a:spcPts val="500"/>
              </a:spcBef>
              <a:spcAft>
                <a:spcPts val="0"/>
              </a:spcAft>
              <a:buClr>
                <a:schemeClr val="dk1"/>
              </a:buClr>
              <a:buSzPts val="1440"/>
              <a:buChar char="o"/>
              <a:defRPr/>
            </a:lvl3pPr>
            <a:lvl4pPr indent="-309880" lvl="3" marL="1828800" algn="l">
              <a:lnSpc>
                <a:spcPct val="100000"/>
              </a:lnSpc>
              <a:spcBef>
                <a:spcPts val="500"/>
              </a:spcBef>
              <a:spcAft>
                <a:spcPts val="0"/>
              </a:spcAft>
              <a:buClr>
                <a:schemeClr val="dk1"/>
              </a:buClr>
              <a:buSzPts val="1280"/>
              <a:buChar char="o"/>
              <a:defRPr/>
            </a:lvl4pPr>
            <a:lvl5pPr indent="-299720" lvl="4" marL="2286000" algn="l">
              <a:lnSpc>
                <a:spcPct val="100000"/>
              </a:lnSpc>
              <a:spcBef>
                <a:spcPts val="500"/>
              </a:spcBef>
              <a:spcAft>
                <a:spcPts val="0"/>
              </a:spcAft>
              <a:buClr>
                <a:schemeClr val="dk1"/>
              </a:buClr>
              <a:buSzPts val="112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1"/>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52" name="Google Shape;52;p21"/>
          <p:cNvCxnSpPr/>
          <p:nvPr/>
        </p:nvCxnSpPr>
        <p:spPr>
          <a:xfrm>
            <a:off x="1298448" y="6111876"/>
            <a:ext cx="41160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light blue" type="twoObj">
  <p:cSld name="TWO_OBJECTS">
    <p:spTree>
      <p:nvGrpSpPr>
        <p:cNvPr id="53" name="Shape 53"/>
        <p:cNvGrpSpPr/>
        <p:nvPr/>
      </p:nvGrpSpPr>
      <p:grpSpPr>
        <a:xfrm>
          <a:off x="0" y="0"/>
          <a:ext cx="0" cy="0"/>
          <a:chOff x="0" y="0"/>
          <a:chExt cx="0" cy="0"/>
        </a:xfrm>
      </p:grpSpPr>
      <p:sp>
        <p:nvSpPr>
          <p:cNvPr id="54" name="Google Shape;54;p22"/>
          <p:cNvSpPr txBox="1"/>
          <p:nvPr>
            <p:ph type="title"/>
          </p:nvPr>
        </p:nvSpPr>
        <p:spPr>
          <a:xfrm>
            <a:off x="1280160" y="1097280"/>
            <a:ext cx="9822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2"/>
          <p:cNvSpPr txBox="1"/>
          <p:nvPr>
            <p:ph idx="1" type="body"/>
          </p:nvPr>
        </p:nvSpPr>
        <p:spPr>
          <a:xfrm>
            <a:off x="1280160" y="2377440"/>
            <a:ext cx="4663500" cy="3566100"/>
          </a:xfrm>
          <a:prstGeom prst="rect">
            <a:avLst/>
          </a:prstGeom>
          <a:solidFill>
            <a:srgbClr val="E9F5FB"/>
          </a:solidFill>
          <a:ln>
            <a:noFill/>
          </a:ln>
        </p:spPr>
        <p:txBody>
          <a:bodyPr anchorCtr="0" anchor="t" bIns="365750" lIns="365750" spcFirstLastPara="1" rIns="365750" wrap="square" tIns="365750">
            <a:normAutofit/>
          </a:bodyPr>
          <a:lstStyle>
            <a:lvl1pPr indent="-320040" lvl="0" marL="457200" algn="l">
              <a:lnSpc>
                <a:spcPct val="90000"/>
              </a:lnSpc>
              <a:spcBef>
                <a:spcPts val="1400"/>
              </a:spcBef>
              <a:spcAft>
                <a:spcPts val="0"/>
              </a:spcAft>
              <a:buClr>
                <a:schemeClr val="dk1"/>
              </a:buClr>
              <a:buSzPts val="1440"/>
              <a:buChar char="o"/>
              <a:defRPr sz="1800"/>
            </a:lvl1pPr>
            <a:lvl2pPr indent="-309880" lvl="1" marL="914400" algn="l">
              <a:lnSpc>
                <a:spcPct val="90000"/>
              </a:lnSpc>
              <a:spcBef>
                <a:spcPts val="500"/>
              </a:spcBef>
              <a:spcAft>
                <a:spcPts val="0"/>
              </a:spcAft>
              <a:buClr>
                <a:schemeClr val="dk1"/>
              </a:buClr>
              <a:buSzPts val="1280"/>
              <a:buChar char="o"/>
              <a:defRPr sz="1600"/>
            </a:lvl2pPr>
            <a:lvl3pPr indent="-299719" lvl="2" marL="1371600" algn="l">
              <a:lnSpc>
                <a:spcPct val="90000"/>
              </a:lnSpc>
              <a:spcBef>
                <a:spcPts val="500"/>
              </a:spcBef>
              <a:spcAft>
                <a:spcPts val="0"/>
              </a:spcAft>
              <a:buClr>
                <a:schemeClr val="dk1"/>
              </a:buClr>
              <a:buSzPts val="1120"/>
              <a:buChar char="o"/>
              <a:defRPr sz="1400"/>
            </a:lvl3pPr>
            <a:lvl4pPr indent="-289560" lvl="3" marL="1828800" algn="l">
              <a:lnSpc>
                <a:spcPct val="90000"/>
              </a:lnSpc>
              <a:spcBef>
                <a:spcPts val="500"/>
              </a:spcBef>
              <a:spcAft>
                <a:spcPts val="0"/>
              </a:spcAft>
              <a:buClr>
                <a:schemeClr val="dk1"/>
              </a:buClr>
              <a:buSzPts val="960"/>
              <a:buChar char="o"/>
              <a:defRPr sz="1200"/>
            </a:lvl4pPr>
            <a:lvl5pPr indent="-284479" lvl="4" marL="2286000" algn="l">
              <a:lnSpc>
                <a:spcPct val="90000"/>
              </a:lnSpc>
              <a:spcBef>
                <a:spcPts val="500"/>
              </a:spcBef>
              <a:spcAft>
                <a:spcPts val="0"/>
              </a:spcAft>
              <a:buClr>
                <a:schemeClr val="dk1"/>
              </a:buClr>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2"/>
          <p:cNvSpPr txBox="1"/>
          <p:nvPr>
            <p:ph idx="2" type="body"/>
          </p:nvPr>
        </p:nvSpPr>
        <p:spPr>
          <a:xfrm>
            <a:off x="6309360" y="2377440"/>
            <a:ext cx="4663500" cy="3566100"/>
          </a:xfrm>
          <a:prstGeom prst="rect">
            <a:avLst/>
          </a:prstGeom>
          <a:solidFill>
            <a:srgbClr val="E9F5FB"/>
          </a:solidFill>
          <a:ln>
            <a:noFill/>
          </a:ln>
        </p:spPr>
        <p:txBody>
          <a:bodyPr anchorCtr="0" anchor="t" bIns="365750" lIns="365750" spcFirstLastPara="1" rIns="365750" wrap="square" tIns="365750">
            <a:normAutofit/>
          </a:bodyPr>
          <a:lstStyle>
            <a:lvl1pPr indent="-320040" lvl="0" marL="457200" algn="l">
              <a:lnSpc>
                <a:spcPct val="90000"/>
              </a:lnSpc>
              <a:spcBef>
                <a:spcPts val="1400"/>
              </a:spcBef>
              <a:spcAft>
                <a:spcPts val="0"/>
              </a:spcAft>
              <a:buClr>
                <a:schemeClr val="dk1"/>
              </a:buClr>
              <a:buSzPts val="1440"/>
              <a:buChar char="o"/>
              <a:defRPr sz="1800"/>
            </a:lvl1pPr>
            <a:lvl2pPr indent="-309880" lvl="1" marL="914400" algn="l">
              <a:lnSpc>
                <a:spcPct val="90000"/>
              </a:lnSpc>
              <a:spcBef>
                <a:spcPts val="500"/>
              </a:spcBef>
              <a:spcAft>
                <a:spcPts val="0"/>
              </a:spcAft>
              <a:buClr>
                <a:schemeClr val="dk1"/>
              </a:buClr>
              <a:buSzPts val="1280"/>
              <a:buChar char="o"/>
              <a:defRPr sz="1600"/>
            </a:lvl2pPr>
            <a:lvl3pPr indent="-299719" lvl="2" marL="1371600" algn="l">
              <a:lnSpc>
                <a:spcPct val="90000"/>
              </a:lnSpc>
              <a:spcBef>
                <a:spcPts val="500"/>
              </a:spcBef>
              <a:spcAft>
                <a:spcPts val="0"/>
              </a:spcAft>
              <a:buClr>
                <a:schemeClr val="dk1"/>
              </a:buClr>
              <a:buSzPts val="1120"/>
              <a:buChar char="o"/>
              <a:defRPr sz="1400"/>
            </a:lvl3pPr>
            <a:lvl4pPr indent="-289560" lvl="3" marL="1828800" algn="l">
              <a:lnSpc>
                <a:spcPct val="90000"/>
              </a:lnSpc>
              <a:spcBef>
                <a:spcPts val="500"/>
              </a:spcBef>
              <a:spcAft>
                <a:spcPts val="0"/>
              </a:spcAft>
              <a:buClr>
                <a:schemeClr val="dk1"/>
              </a:buClr>
              <a:buSzPts val="960"/>
              <a:buChar char="o"/>
              <a:defRPr sz="1200"/>
            </a:lvl4pPr>
            <a:lvl5pPr indent="-284479" lvl="4" marL="2286000" algn="l">
              <a:lnSpc>
                <a:spcPct val="90000"/>
              </a:lnSpc>
              <a:spcBef>
                <a:spcPts val="500"/>
              </a:spcBef>
              <a:spcAft>
                <a:spcPts val="0"/>
              </a:spcAft>
              <a:buClr>
                <a:schemeClr val="dk1"/>
              </a:buClr>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2"/>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58" name="Google Shape;58;p22"/>
          <p:cNvCxnSpPr/>
          <p:nvPr/>
        </p:nvCxnSpPr>
        <p:spPr>
          <a:xfrm>
            <a:off x="1295400" y="822960"/>
            <a:ext cx="41160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59" name="Shape 59"/>
        <p:cNvGrpSpPr/>
        <p:nvPr/>
      </p:nvGrpSpPr>
      <p:grpSpPr>
        <a:xfrm>
          <a:off x="0" y="0"/>
          <a:ext cx="0" cy="0"/>
          <a:chOff x="0" y="0"/>
          <a:chExt cx="0" cy="0"/>
        </a:xfrm>
      </p:grpSpPr>
      <p:sp>
        <p:nvSpPr>
          <p:cNvPr id="60" name="Google Shape;60;p23"/>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23"/>
          <p:cNvSpPr txBox="1"/>
          <p:nvPr>
            <p:ph type="title"/>
          </p:nvPr>
        </p:nvSpPr>
        <p:spPr>
          <a:xfrm>
            <a:off x="1280160" y="1097280"/>
            <a:ext cx="5029200" cy="1828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3"/>
          <p:cNvSpPr txBox="1"/>
          <p:nvPr>
            <p:ph idx="1" type="body"/>
          </p:nvPr>
        </p:nvSpPr>
        <p:spPr>
          <a:xfrm>
            <a:off x="6784848" y="1097280"/>
            <a:ext cx="4572000" cy="1828800"/>
          </a:xfrm>
          <a:prstGeom prst="rect">
            <a:avLst/>
          </a:prstGeom>
          <a:noFill/>
          <a:ln>
            <a:noFill/>
          </a:ln>
        </p:spPr>
        <p:txBody>
          <a:bodyPr anchorCtr="0" anchor="t" bIns="0" lIns="0" spcFirstLastPara="1" rIns="0" wrap="square" tIns="0">
            <a:normAutofit/>
          </a:bodyPr>
          <a:lstStyle>
            <a:lvl1pPr indent="-320040" lvl="0" marL="457200" algn="l">
              <a:lnSpc>
                <a:spcPct val="100000"/>
              </a:lnSpc>
              <a:spcBef>
                <a:spcPts val="1400"/>
              </a:spcBef>
              <a:spcAft>
                <a:spcPts val="0"/>
              </a:spcAft>
              <a:buSzPts val="1440"/>
              <a:buChar char="o"/>
              <a:defRPr sz="1800"/>
            </a:lvl1pPr>
            <a:lvl2pPr indent="-309880" lvl="1" marL="914400" algn="l">
              <a:lnSpc>
                <a:spcPct val="100000"/>
              </a:lnSpc>
              <a:spcBef>
                <a:spcPts val="500"/>
              </a:spcBef>
              <a:spcAft>
                <a:spcPts val="0"/>
              </a:spcAft>
              <a:buSzPts val="1280"/>
              <a:buChar char="o"/>
              <a:defRPr sz="1600"/>
            </a:lvl2pPr>
            <a:lvl3pPr indent="-299719" lvl="2" marL="1371600" algn="l">
              <a:lnSpc>
                <a:spcPct val="100000"/>
              </a:lnSpc>
              <a:spcBef>
                <a:spcPts val="500"/>
              </a:spcBef>
              <a:spcAft>
                <a:spcPts val="0"/>
              </a:spcAft>
              <a:buSzPts val="1120"/>
              <a:buChar char="o"/>
              <a:defRPr sz="1400"/>
            </a:lvl3pPr>
            <a:lvl4pPr indent="-289560" lvl="3" marL="1828800" algn="l">
              <a:lnSpc>
                <a:spcPct val="100000"/>
              </a:lnSpc>
              <a:spcBef>
                <a:spcPts val="500"/>
              </a:spcBef>
              <a:spcAft>
                <a:spcPts val="0"/>
              </a:spcAft>
              <a:buSzPts val="960"/>
              <a:buChar char="o"/>
              <a:defRPr sz="1200"/>
            </a:lvl4pPr>
            <a:lvl5pPr indent="-284479" lvl="4" marL="2286000" algn="l">
              <a:lnSpc>
                <a:spcPct val="100000"/>
              </a:lnSpc>
              <a:spcBef>
                <a:spcPts val="500"/>
              </a:spcBef>
              <a:spcAft>
                <a:spcPts val="0"/>
              </a:spcAft>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2" type="body"/>
          </p:nvPr>
        </p:nvSpPr>
        <p:spPr>
          <a:xfrm>
            <a:off x="1280160" y="3172968"/>
            <a:ext cx="10076700" cy="3108900"/>
          </a:xfrm>
          <a:prstGeom prst="rect">
            <a:avLst/>
          </a:prstGeom>
          <a:noFill/>
          <a:ln>
            <a:noFill/>
          </a:ln>
        </p:spPr>
        <p:txBody>
          <a:bodyPr anchorCtr="0" anchor="t" bIns="0" lIns="0" spcFirstLastPara="1" rIns="0" wrap="square" tIns="0">
            <a:normAutofit/>
          </a:bodyPr>
          <a:lstStyle>
            <a:lvl1pPr indent="-320040" lvl="0" marL="457200" algn="l">
              <a:lnSpc>
                <a:spcPct val="100000"/>
              </a:lnSpc>
              <a:spcBef>
                <a:spcPts val="1400"/>
              </a:spcBef>
              <a:spcAft>
                <a:spcPts val="0"/>
              </a:spcAft>
              <a:buSzPts val="1440"/>
              <a:buChar char="o"/>
              <a:defRPr sz="1800"/>
            </a:lvl1pPr>
            <a:lvl2pPr indent="-309880" lvl="1" marL="914400" algn="l">
              <a:lnSpc>
                <a:spcPct val="100000"/>
              </a:lnSpc>
              <a:spcBef>
                <a:spcPts val="500"/>
              </a:spcBef>
              <a:spcAft>
                <a:spcPts val="0"/>
              </a:spcAft>
              <a:buSzPts val="1280"/>
              <a:buChar char="o"/>
              <a:defRPr sz="1600"/>
            </a:lvl2pPr>
            <a:lvl3pPr indent="-299719" lvl="2" marL="1371600" algn="l">
              <a:lnSpc>
                <a:spcPct val="100000"/>
              </a:lnSpc>
              <a:spcBef>
                <a:spcPts val="500"/>
              </a:spcBef>
              <a:spcAft>
                <a:spcPts val="0"/>
              </a:spcAft>
              <a:buSzPts val="1120"/>
              <a:buChar char="o"/>
              <a:defRPr sz="1400"/>
            </a:lvl3pPr>
            <a:lvl4pPr indent="-289560" lvl="3" marL="1828800" algn="l">
              <a:lnSpc>
                <a:spcPct val="100000"/>
              </a:lnSpc>
              <a:spcBef>
                <a:spcPts val="500"/>
              </a:spcBef>
              <a:spcAft>
                <a:spcPts val="0"/>
              </a:spcAft>
              <a:buSzPts val="960"/>
              <a:buChar char="o"/>
              <a:defRPr sz="1200"/>
            </a:lvl4pPr>
            <a:lvl5pPr indent="-284479" lvl="4" marL="2286000" algn="l">
              <a:lnSpc>
                <a:spcPct val="100000"/>
              </a:lnSpc>
              <a:spcBef>
                <a:spcPts val="500"/>
              </a:spcBef>
              <a:spcAft>
                <a:spcPts val="0"/>
              </a:spcAft>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4" name="Google Shape;64;p23"/>
          <p:cNvCxnSpPr/>
          <p:nvPr/>
        </p:nvCxnSpPr>
        <p:spPr>
          <a:xfrm>
            <a:off x="1295400" y="822960"/>
            <a:ext cx="41160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hite">
  <p:cSld name="Two content white">
    <p:spTree>
      <p:nvGrpSpPr>
        <p:cNvPr id="65" name="Shape 65"/>
        <p:cNvGrpSpPr/>
        <p:nvPr/>
      </p:nvGrpSpPr>
      <p:grpSpPr>
        <a:xfrm>
          <a:off x="0" y="0"/>
          <a:ext cx="0" cy="0"/>
          <a:chOff x="0" y="0"/>
          <a:chExt cx="0" cy="0"/>
        </a:xfrm>
      </p:grpSpPr>
      <p:sp>
        <p:nvSpPr>
          <p:cNvPr id="66" name="Google Shape;66;p24"/>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7" name="Google Shape;67;p24"/>
          <p:cNvSpPr txBox="1"/>
          <p:nvPr>
            <p:ph type="title"/>
          </p:nvPr>
        </p:nvSpPr>
        <p:spPr>
          <a:xfrm>
            <a:off x="1280160" y="1097280"/>
            <a:ext cx="98208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4"/>
          <p:cNvSpPr txBox="1"/>
          <p:nvPr>
            <p:ph idx="1" type="body"/>
          </p:nvPr>
        </p:nvSpPr>
        <p:spPr>
          <a:xfrm>
            <a:off x="1280160" y="2377440"/>
            <a:ext cx="4572000" cy="3429000"/>
          </a:xfrm>
          <a:prstGeom prst="rect">
            <a:avLst/>
          </a:prstGeom>
          <a:noFill/>
          <a:ln>
            <a:noFill/>
          </a:ln>
        </p:spPr>
        <p:txBody>
          <a:bodyPr anchorCtr="0" anchor="t" bIns="0" lIns="0" spcFirstLastPara="1" rIns="0" wrap="square" tIns="0">
            <a:normAutofit/>
          </a:bodyPr>
          <a:lstStyle>
            <a:lvl1pPr indent="-320040" lvl="0" marL="457200" algn="l">
              <a:lnSpc>
                <a:spcPct val="90000"/>
              </a:lnSpc>
              <a:spcBef>
                <a:spcPts val="1400"/>
              </a:spcBef>
              <a:spcAft>
                <a:spcPts val="0"/>
              </a:spcAft>
              <a:buSzPts val="1440"/>
              <a:buChar char="o"/>
              <a:defRPr b="1" sz="1800"/>
            </a:lvl1pPr>
            <a:lvl2pPr indent="-228600" lvl="1" marL="914400" algn="l">
              <a:lnSpc>
                <a:spcPct val="90000"/>
              </a:lnSpc>
              <a:spcBef>
                <a:spcPts val="1400"/>
              </a:spcBef>
              <a:spcAft>
                <a:spcPts val="0"/>
              </a:spcAft>
              <a:buSzPts val="1440"/>
              <a:buNone/>
              <a:defRPr sz="1800"/>
            </a:lvl2pPr>
            <a:lvl3pPr indent="-320039" lvl="2" marL="1371600" algn="l">
              <a:lnSpc>
                <a:spcPct val="90000"/>
              </a:lnSpc>
              <a:spcBef>
                <a:spcPts val="1400"/>
              </a:spcBef>
              <a:spcAft>
                <a:spcPts val="0"/>
              </a:spcAft>
              <a:buSzPts val="1440"/>
              <a:buChar char="o"/>
              <a:defRPr sz="1800"/>
            </a:lvl3pPr>
            <a:lvl4pPr indent="-228600" lvl="3" marL="1828800" algn="l">
              <a:lnSpc>
                <a:spcPct val="90000"/>
              </a:lnSpc>
              <a:spcBef>
                <a:spcPts val="1400"/>
              </a:spcBef>
              <a:spcAft>
                <a:spcPts val="0"/>
              </a:spcAft>
              <a:buSzPts val="1440"/>
              <a:buNone/>
              <a:defRPr sz="1800"/>
            </a:lvl4pPr>
            <a:lvl5pPr indent="-320039" lvl="4" marL="2286000" algn="l">
              <a:lnSpc>
                <a:spcPct val="90000"/>
              </a:lnSpc>
              <a:spcBef>
                <a:spcPts val="1400"/>
              </a:spcBef>
              <a:spcAft>
                <a:spcPts val="0"/>
              </a:spcAft>
              <a:buSzPts val="1440"/>
              <a:buChar char="o"/>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2" type="body"/>
          </p:nvPr>
        </p:nvSpPr>
        <p:spPr>
          <a:xfrm>
            <a:off x="6227064" y="2377440"/>
            <a:ext cx="4645200" cy="3429000"/>
          </a:xfrm>
          <a:prstGeom prst="rect">
            <a:avLst/>
          </a:prstGeom>
          <a:noFill/>
          <a:ln>
            <a:noFill/>
          </a:ln>
        </p:spPr>
        <p:txBody>
          <a:bodyPr anchorCtr="0" anchor="t" bIns="0" lIns="0" spcFirstLastPara="1" rIns="0" wrap="square" tIns="0">
            <a:normAutofit/>
          </a:bodyPr>
          <a:lstStyle>
            <a:lvl1pPr indent="-320040" lvl="0" marL="457200" algn="l">
              <a:lnSpc>
                <a:spcPct val="100000"/>
              </a:lnSpc>
              <a:spcBef>
                <a:spcPts val="1400"/>
              </a:spcBef>
              <a:spcAft>
                <a:spcPts val="0"/>
              </a:spcAft>
              <a:buSzPts val="1440"/>
              <a:buChar char="o"/>
              <a:defRPr sz="1800"/>
            </a:lvl1pPr>
            <a:lvl2pPr indent="-320040" lvl="1" marL="914400" algn="l">
              <a:lnSpc>
                <a:spcPct val="100000"/>
              </a:lnSpc>
              <a:spcBef>
                <a:spcPts val="500"/>
              </a:spcBef>
              <a:spcAft>
                <a:spcPts val="0"/>
              </a:spcAft>
              <a:buSzPts val="1440"/>
              <a:buChar char="o"/>
              <a:defRPr sz="1800"/>
            </a:lvl2pPr>
            <a:lvl3pPr indent="-320039" lvl="2" marL="1371600" algn="l">
              <a:lnSpc>
                <a:spcPct val="100000"/>
              </a:lnSpc>
              <a:spcBef>
                <a:spcPts val="500"/>
              </a:spcBef>
              <a:spcAft>
                <a:spcPts val="0"/>
              </a:spcAft>
              <a:buSzPts val="1440"/>
              <a:buChar char="o"/>
              <a:defRPr sz="1800"/>
            </a:lvl3pPr>
            <a:lvl4pPr indent="-320039" lvl="3" marL="1828800" algn="l">
              <a:lnSpc>
                <a:spcPct val="100000"/>
              </a:lnSpc>
              <a:spcBef>
                <a:spcPts val="500"/>
              </a:spcBef>
              <a:spcAft>
                <a:spcPts val="0"/>
              </a:spcAft>
              <a:buSzPts val="1440"/>
              <a:buChar char="o"/>
              <a:defRPr sz="1800"/>
            </a:lvl4pPr>
            <a:lvl5pPr indent="-320039" lvl="4" marL="2286000" algn="l">
              <a:lnSpc>
                <a:spcPct val="100000"/>
              </a:lnSpc>
              <a:spcBef>
                <a:spcPts val="500"/>
              </a:spcBef>
              <a:spcAft>
                <a:spcPts val="0"/>
              </a:spcAft>
              <a:buSzPts val="1440"/>
              <a:buChar char="o"/>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70" name="Google Shape;70;p24"/>
          <p:cNvCxnSpPr/>
          <p:nvPr/>
        </p:nvCxnSpPr>
        <p:spPr>
          <a:xfrm>
            <a:off x="1295400" y="822960"/>
            <a:ext cx="41160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71" name="Shape 71"/>
        <p:cNvGrpSpPr/>
        <p:nvPr/>
      </p:nvGrpSpPr>
      <p:grpSpPr>
        <a:xfrm>
          <a:off x="0" y="0"/>
          <a:ext cx="0" cy="0"/>
          <a:chOff x="0" y="0"/>
          <a:chExt cx="0" cy="0"/>
        </a:xfrm>
      </p:grpSpPr>
      <p:sp>
        <p:nvSpPr>
          <p:cNvPr id="72" name="Google Shape;72;p25"/>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3" name="Google Shape;73;p25"/>
          <p:cNvSpPr txBox="1"/>
          <p:nvPr>
            <p:ph type="title"/>
          </p:nvPr>
        </p:nvSpPr>
        <p:spPr>
          <a:xfrm>
            <a:off x="1280160" y="1097280"/>
            <a:ext cx="96012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74" name="Google Shape;74;p25"/>
          <p:cNvCxnSpPr/>
          <p:nvPr/>
        </p:nvCxnSpPr>
        <p:spPr>
          <a:xfrm>
            <a:off x="1295400" y="822960"/>
            <a:ext cx="41160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green">
  <p:cSld name="Two content green">
    <p:spTree>
      <p:nvGrpSpPr>
        <p:cNvPr id="75" name="Shape 75"/>
        <p:cNvGrpSpPr/>
        <p:nvPr/>
      </p:nvGrpSpPr>
      <p:grpSpPr>
        <a:xfrm>
          <a:off x="0" y="0"/>
          <a:ext cx="0" cy="0"/>
          <a:chOff x="0" y="0"/>
          <a:chExt cx="0" cy="0"/>
        </a:xfrm>
      </p:grpSpPr>
      <p:sp>
        <p:nvSpPr>
          <p:cNvPr id="76" name="Google Shape;76;p26"/>
          <p:cNvSpPr txBox="1"/>
          <p:nvPr>
            <p:ph type="title"/>
          </p:nvPr>
        </p:nvSpPr>
        <p:spPr>
          <a:xfrm>
            <a:off x="1280160" y="1097280"/>
            <a:ext cx="982200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6"/>
          <p:cNvSpPr txBox="1"/>
          <p:nvPr>
            <p:ph idx="1" type="body"/>
          </p:nvPr>
        </p:nvSpPr>
        <p:spPr>
          <a:xfrm>
            <a:off x="1280160" y="2377440"/>
            <a:ext cx="4663500" cy="3566100"/>
          </a:xfrm>
          <a:prstGeom prst="rect">
            <a:avLst/>
          </a:prstGeom>
          <a:noFill/>
          <a:ln>
            <a:noFill/>
          </a:ln>
        </p:spPr>
        <p:txBody>
          <a:bodyPr anchorCtr="0" anchor="t" bIns="365750" lIns="365750" spcFirstLastPara="1" rIns="365750" wrap="square" tIns="365750">
            <a:normAutofit/>
          </a:bodyPr>
          <a:lstStyle>
            <a:lvl1pPr indent="-320040" lvl="0" marL="457200">
              <a:spcBef>
                <a:spcPts val="1400"/>
              </a:spcBef>
              <a:spcAft>
                <a:spcPts val="0"/>
              </a:spcAft>
              <a:buClr>
                <a:schemeClr val="dk1"/>
              </a:buClr>
              <a:buSzPts val="1440"/>
              <a:buChar char="o"/>
              <a:defRPr sz="1800"/>
            </a:lvl1pPr>
            <a:lvl2pPr indent="-309880" lvl="1" marL="914400" algn="l">
              <a:lnSpc>
                <a:spcPct val="100000"/>
              </a:lnSpc>
              <a:spcBef>
                <a:spcPts val="500"/>
              </a:spcBef>
              <a:spcAft>
                <a:spcPts val="0"/>
              </a:spcAft>
              <a:buClr>
                <a:schemeClr val="dk1"/>
              </a:buClr>
              <a:buSzPts val="1280"/>
              <a:buChar char="o"/>
              <a:defRPr sz="1600"/>
            </a:lvl2pPr>
            <a:lvl3pPr indent="-299719" lvl="2" marL="1371600" algn="l">
              <a:lnSpc>
                <a:spcPct val="100000"/>
              </a:lnSpc>
              <a:spcBef>
                <a:spcPts val="500"/>
              </a:spcBef>
              <a:spcAft>
                <a:spcPts val="0"/>
              </a:spcAft>
              <a:buClr>
                <a:schemeClr val="dk1"/>
              </a:buClr>
              <a:buSzPts val="1120"/>
              <a:buChar char="o"/>
              <a:defRPr sz="1400"/>
            </a:lvl3pPr>
            <a:lvl4pPr indent="-289560" lvl="3" marL="1828800" algn="l">
              <a:lnSpc>
                <a:spcPct val="100000"/>
              </a:lnSpc>
              <a:spcBef>
                <a:spcPts val="500"/>
              </a:spcBef>
              <a:spcAft>
                <a:spcPts val="0"/>
              </a:spcAft>
              <a:buClr>
                <a:schemeClr val="dk1"/>
              </a:buClr>
              <a:buSzPts val="960"/>
              <a:buChar char="o"/>
              <a:defRPr sz="1200"/>
            </a:lvl4pPr>
            <a:lvl5pPr indent="-284479" lvl="4" marL="2286000" algn="l">
              <a:lnSpc>
                <a:spcPct val="100000"/>
              </a:lnSpc>
              <a:spcBef>
                <a:spcPts val="500"/>
              </a:spcBef>
              <a:spcAft>
                <a:spcPts val="0"/>
              </a:spcAft>
              <a:buClr>
                <a:schemeClr val="dk1"/>
              </a:buClr>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6"/>
          <p:cNvSpPr txBox="1"/>
          <p:nvPr>
            <p:ph idx="2" type="body"/>
          </p:nvPr>
        </p:nvSpPr>
        <p:spPr>
          <a:xfrm>
            <a:off x="6309360" y="2377440"/>
            <a:ext cx="4663500" cy="3566100"/>
          </a:xfrm>
          <a:prstGeom prst="rect">
            <a:avLst/>
          </a:prstGeom>
          <a:solidFill>
            <a:schemeClr val="accent4"/>
          </a:solidFill>
          <a:ln>
            <a:noFill/>
          </a:ln>
        </p:spPr>
        <p:txBody>
          <a:bodyPr anchorCtr="0" anchor="t" bIns="365750" lIns="365750" spcFirstLastPara="1" rIns="365750" wrap="square" tIns="365750">
            <a:normAutofit/>
          </a:bodyPr>
          <a:lstStyle>
            <a:lvl1pPr indent="-320040" lvl="0" marL="457200" algn="l">
              <a:lnSpc>
                <a:spcPct val="100000"/>
              </a:lnSpc>
              <a:spcBef>
                <a:spcPts val="1400"/>
              </a:spcBef>
              <a:spcAft>
                <a:spcPts val="0"/>
              </a:spcAft>
              <a:buClr>
                <a:schemeClr val="dk1"/>
              </a:buClr>
              <a:buSzPts val="1440"/>
              <a:buChar char="o"/>
              <a:defRPr sz="1800" cap="none"/>
            </a:lvl1pPr>
            <a:lvl2pPr indent="-309880" lvl="1" marL="914400" algn="l">
              <a:lnSpc>
                <a:spcPct val="100000"/>
              </a:lnSpc>
              <a:spcBef>
                <a:spcPts val="500"/>
              </a:spcBef>
              <a:spcAft>
                <a:spcPts val="0"/>
              </a:spcAft>
              <a:buClr>
                <a:schemeClr val="dk1"/>
              </a:buClr>
              <a:buSzPts val="1280"/>
              <a:buChar char="o"/>
              <a:defRPr sz="1600"/>
            </a:lvl2pPr>
            <a:lvl3pPr indent="-299719" lvl="2" marL="1371600" algn="l">
              <a:lnSpc>
                <a:spcPct val="100000"/>
              </a:lnSpc>
              <a:spcBef>
                <a:spcPts val="500"/>
              </a:spcBef>
              <a:spcAft>
                <a:spcPts val="0"/>
              </a:spcAft>
              <a:buClr>
                <a:schemeClr val="dk1"/>
              </a:buClr>
              <a:buSzPts val="1120"/>
              <a:buChar char="o"/>
              <a:defRPr sz="1400"/>
            </a:lvl3pPr>
            <a:lvl4pPr indent="-289560" lvl="3" marL="1828800" algn="l">
              <a:lnSpc>
                <a:spcPct val="100000"/>
              </a:lnSpc>
              <a:spcBef>
                <a:spcPts val="500"/>
              </a:spcBef>
              <a:spcAft>
                <a:spcPts val="0"/>
              </a:spcAft>
              <a:buClr>
                <a:schemeClr val="dk1"/>
              </a:buClr>
              <a:buSzPts val="960"/>
              <a:buChar char="o"/>
              <a:defRPr sz="1200"/>
            </a:lvl4pPr>
            <a:lvl5pPr indent="-284479" lvl="4" marL="2286000" algn="l">
              <a:lnSpc>
                <a:spcPct val="100000"/>
              </a:lnSpc>
              <a:spcBef>
                <a:spcPts val="500"/>
              </a:spcBef>
              <a:spcAft>
                <a:spcPts val="0"/>
              </a:spcAft>
              <a:buClr>
                <a:schemeClr val="dk1"/>
              </a:buClr>
              <a:buSzPts val="880"/>
              <a:buChar char="o"/>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6"/>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80" name="Google Shape;80;p26"/>
          <p:cNvCxnSpPr/>
          <p:nvPr/>
        </p:nvCxnSpPr>
        <p:spPr>
          <a:xfrm>
            <a:off x="1295400" y="822960"/>
            <a:ext cx="411600" cy="0"/>
          </a:xfrm>
          <a:prstGeom prst="straightConnector1">
            <a:avLst/>
          </a:prstGeom>
          <a:noFill/>
          <a:ln cap="flat" cmpd="sng" w="88900">
            <a:solidFill>
              <a:schemeClr val="accent1"/>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howMasterSp="0">
  <p:cSld name="Closing">
    <p:bg>
      <p:bgPr>
        <a:solidFill>
          <a:schemeClr val="lt1"/>
        </a:solidFill>
      </p:bgPr>
    </p:bg>
    <p:spTree>
      <p:nvGrpSpPr>
        <p:cNvPr id="81" name="Shape 81"/>
        <p:cNvGrpSpPr/>
        <p:nvPr/>
      </p:nvGrpSpPr>
      <p:grpSpPr>
        <a:xfrm>
          <a:off x="0" y="0"/>
          <a:ext cx="0" cy="0"/>
          <a:chOff x="0" y="0"/>
          <a:chExt cx="0" cy="0"/>
        </a:xfrm>
      </p:grpSpPr>
      <p:sp>
        <p:nvSpPr>
          <p:cNvPr id="82" name="Google Shape;82;p27"/>
          <p:cNvSpPr txBox="1"/>
          <p:nvPr>
            <p:ph type="title"/>
          </p:nvPr>
        </p:nvSpPr>
        <p:spPr>
          <a:xfrm>
            <a:off x="841248" y="3163824"/>
            <a:ext cx="10515600" cy="23226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7"/>
          <p:cNvSpPr/>
          <p:nvPr>
            <p:ph idx="2" type="pic"/>
          </p:nvPr>
        </p:nvSpPr>
        <p:spPr>
          <a:xfrm>
            <a:off x="4953000" y="548640"/>
            <a:ext cx="2286000" cy="2286000"/>
          </a:xfrm>
          <a:prstGeom prst="ellipse">
            <a:avLst/>
          </a:prstGeom>
          <a:noFill/>
          <a:ln>
            <a:noFill/>
          </a:ln>
        </p:spPr>
      </p:sp>
      <p:sp>
        <p:nvSpPr>
          <p:cNvPr id="84" name="Google Shape;84;p27"/>
          <p:cNvSpPr txBox="1"/>
          <p:nvPr>
            <p:ph idx="1" type="body"/>
          </p:nvPr>
        </p:nvSpPr>
        <p:spPr>
          <a:xfrm>
            <a:off x="1572768" y="6044184"/>
            <a:ext cx="9116700" cy="365700"/>
          </a:xfrm>
          <a:prstGeom prst="rect">
            <a:avLst/>
          </a:prstGeom>
          <a:noFill/>
          <a:ln>
            <a:noFill/>
          </a:ln>
        </p:spPr>
        <p:txBody>
          <a:bodyPr anchorCtr="0" anchor="t" bIns="0" lIns="0" spcFirstLastPara="1" rIns="0" wrap="square" tIns="0">
            <a:noAutofit/>
          </a:bodyPr>
          <a:lstStyle>
            <a:lvl1pPr indent="-228600" lvl="0" marL="457200" algn="ctr">
              <a:lnSpc>
                <a:spcPct val="90000"/>
              </a:lnSpc>
              <a:spcBef>
                <a:spcPts val="0"/>
              </a:spcBef>
              <a:spcAft>
                <a:spcPts val="0"/>
              </a:spcAft>
              <a:buSzPts val="2400"/>
              <a:buNone/>
              <a:defRPr sz="2400" cap="none"/>
            </a:lvl1pPr>
            <a:lvl2pPr indent="-342900" lvl="1" marL="914400" algn="l">
              <a:lnSpc>
                <a:spcPct val="100000"/>
              </a:lnSpc>
              <a:spcBef>
                <a:spcPts val="500"/>
              </a:spcBef>
              <a:spcAft>
                <a:spcPts val="0"/>
              </a:spcAft>
              <a:buSzPts val="1800"/>
              <a:buChar char="o"/>
              <a:defRPr/>
            </a:lvl2pPr>
            <a:lvl3pPr indent="-342900" lvl="2" marL="1371600" algn="l">
              <a:lnSpc>
                <a:spcPct val="100000"/>
              </a:lnSpc>
              <a:spcBef>
                <a:spcPts val="500"/>
              </a:spcBef>
              <a:spcAft>
                <a:spcPts val="0"/>
              </a:spcAft>
              <a:buSzPts val="1800"/>
              <a:buChar char="o"/>
              <a:defRPr/>
            </a:lvl3pPr>
            <a:lvl4pPr indent="-342900" lvl="3" marL="1828800" algn="l">
              <a:lnSpc>
                <a:spcPct val="100000"/>
              </a:lnSpc>
              <a:spcBef>
                <a:spcPts val="500"/>
              </a:spcBef>
              <a:spcAft>
                <a:spcPts val="0"/>
              </a:spcAft>
              <a:buSzPts val="1800"/>
              <a:buChar char="o"/>
              <a:defRPr/>
            </a:lvl4pPr>
            <a:lvl5pPr indent="-342900" lvl="4" marL="2286000" algn="l">
              <a:lnSpc>
                <a:spcPct val="100000"/>
              </a:lnSpc>
              <a:spcBef>
                <a:spcPts val="500"/>
              </a:spcBef>
              <a:spcAft>
                <a:spcPts val="0"/>
              </a:spcAft>
              <a:buSzPts val="1800"/>
              <a:buChar char="o"/>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7"/>
          <p:cNvSpPr/>
          <p:nvPr/>
        </p:nvSpPr>
        <p:spPr>
          <a:xfrm>
            <a:off x="5891213" y="5628222"/>
            <a:ext cx="409500" cy="88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1295400" y="609600"/>
            <a:ext cx="9822000" cy="12561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1295400" y="1855945"/>
            <a:ext cx="9822000" cy="4351200"/>
          </a:xfrm>
          <a:prstGeom prst="rect">
            <a:avLst/>
          </a:prstGeom>
          <a:noFill/>
          <a:ln>
            <a:noFill/>
          </a:ln>
        </p:spPr>
        <p:txBody>
          <a:bodyPr anchorCtr="0" anchor="t" bIns="0" lIns="0" spcFirstLastPara="1" rIns="0" wrap="square" tIns="0">
            <a:noAutofit/>
          </a:bodyPr>
          <a:lstStyle>
            <a:lvl1pPr indent="-381000" lvl="0" marL="457200" marR="0" algn="l">
              <a:lnSpc>
                <a:spcPct val="100000"/>
              </a:lnSpc>
              <a:spcBef>
                <a:spcPts val="1000"/>
              </a:spcBef>
              <a:spcAft>
                <a:spcPts val="0"/>
              </a:spcAft>
              <a:buClr>
                <a:schemeClr val="accent1"/>
              </a:buClr>
              <a:buSzPts val="2400"/>
              <a:buFont typeface="Courier New"/>
              <a:buChar char="o"/>
              <a:defRPr b="0" i="0" sz="2400" u="none" cap="none" strike="noStrike">
                <a:solidFill>
                  <a:schemeClr val="dk1"/>
                </a:solidFill>
                <a:latin typeface="Arial"/>
                <a:ea typeface="Arial"/>
                <a:cs typeface="Arial"/>
                <a:sym typeface="Arial"/>
              </a:defRPr>
            </a:lvl1pPr>
            <a:lvl2pPr indent="-355600" lvl="1" marL="914400" marR="0" algn="l">
              <a:lnSpc>
                <a:spcPct val="100000"/>
              </a:lnSpc>
              <a:spcBef>
                <a:spcPts val="500"/>
              </a:spcBef>
              <a:spcAft>
                <a:spcPts val="0"/>
              </a:spcAft>
              <a:buClr>
                <a:schemeClr val="accent1"/>
              </a:buClr>
              <a:buSzPts val="2000"/>
              <a:buFont typeface="Courier New"/>
              <a:buChar char="o"/>
              <a:defRPr b="0" i="0" sz="2000" u="none" cap="none" strike="noStrike">
                <a:solidFill>
                  <a:schemeClr val="dk1"/>
                </a:solidFill>
                <a:latin typeface="Arial"/>
                <a:ea typeface="Arial"/>
                <a:cs typeface="Arial"/>
                <a:sym typeface="Arial"/>
              </a:defRPr>
            </a:lvl2pPr>
            <a:lvl3pPr indent="-342900" lvl="2" marL="1371600" marR="0" algn="l">
              <a:lnSpc>
                <a:spcPct val="100000"/>
              </a:lnSpc>
              <a:spcBef>
                <a:spcPts val="50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algn="l">
              <a:lnSpc>
                <a:spcPct val="100000"/>
              </a:lnSpc>
              <a:spcBef>
                <a:spcPts val="500"/>
              </a:spcBef>
              <a:spcAft>
                <a:spcPts val="0"/>
              </a:spcAft>
              <a:buClr>
                <a:schemeClr val="accent1"/>
              </a:buClr>
              <a:buSzPts val="1600"/>
              <a:buFont typeface="Courier New"/>
              <a:buChar char="o"/>
              <a:defRPr b="0" i="0" sz="1600" u="none" cap="none" strike="noStrike">
                <a:solidFill>
                  <a:schemeClr val="dk1"/>
                </a:solidFill>
                <a:latin typeface="Arial"/>
                <a:ea typeface="Arial"/>
                <a:cs typeface="Arial"/>
                <a:sym typeface="Arial"/>
              </a:defRPr>
            </a:lvl4pPr>
            <a:lvl5pPr indent="-317500" lvl="4" marL="2286000" marR="0" algn="l">
              <a:lnSpc>
                <a:spcPct val="100000"/>
              </a:lnSpc>
              <a:spcBef>
                <a:spcPts val="500"/>
              </a:spcBef>
              <a:spcAft>
                <a:spcPts val="0"/>
              </a:spcAft>
              <a:buClr>
                <a:schemeClr val="accent1"/>
              </a:buClr>
              <a:buSzPts val="1400"/>
              <a:buFont typeface="Courier New"/>
              <a:buChar char="o"/>
              <a:defRPr b="0" i="0" sz="14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4"/>
          <p:cNvSpPr txBox="1"/>
          <p:nvPr>
            <p:ph idx="12" type="sldNum"/>
          </p:nvPr>
        </p:nvSpPr>
        <p:spPr>
          <a:xfrm>
            <a:off x="420624" y="6019801"/>
            <a:ext cx="457200" cy="184200"/>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0" i="0" sz="1200" u="none" cap="none" strike="noStrike">
                <a:solidFill>
                  <a:schemeClr val="accent1"/>
                </a:solidFill>
                <a:latin typeface="Arial"/>
                <a:ea typeface="Arial"/>
                <a:cs typeface="Arial"/>
                <a:sym typeface="Arial"/>
              </a:defRPr>
            </a:lvl1pPr>
            <a:lvl2pPr indent="0" lvl="1" marL="0" marR="0" algn="ctr">
              <a:spcBef>
                <a:spcPts val="0"/>
              </a:spcBef>
              <a:buNone/>
              <a:defRPr b="0" i="0" sz="1200" u="none" cap="none" strike="noStrike">
                <a:solidFill>
                  <a:schemeClr val="accent1"/>
                </a:solidFill>
                <a:latin typeface="Arial"/>
                <a:ea typeface="Arial"/>
                <a:cs typeface="Arial"/>
                <a:sym typeface="Arial"/>
              </a:defRPr>
            </a:lvl2pPr>
            <a:lvl3pPr indent="0" lvl="2" marL="0" marR="0" algn="ctr">
              <a:spcBef>
                <a:spcPts val="0"/>
              </a:spcBef>
              <a:buNone/>
              <a:defRPr b="0" i="0" sz="1200" u="none" cap="none" strike="noStrike">
                <a:solidFill>
                  <a:schemeClr val="accent1"/>
                </a:solidFill>
                <a:latin typeface="Arial"/>
                <a:ea typeface="Arial"/>
                <a:cs typeface="Arial"/>
                <a:sym typeface="Arial"/>
              </a:defRPr>
            </a:lvl3pPr>
            <a:lvl4pPr indent="0" lvl="3" marL="0" marR="0" algn="ctr">
              <a:spcBef>
                <a:spcPts val="0"/>
              </a:spcBef>
              <a:buNone/>
              <a:defRPr b="0" i="0" sz="1200" u="none" cap="none" strike="noStrike">
                <a:solidFill>
                  <a:schemeClr val="accent1"/>
                </a:solidFill>
                <a:latin typeface="Arial"/>
                <a:ea typeface="Arial"/>
                <a:cs typeface="Arial"/>
                <a:sym typeface="Arial"/>
              </a:defRPr>
            </a:lvl4pPr>
            <a:lvl5pPr indent="0" lvl="4" marL="0" marR="0" algn="ctr">
              <a:spcBef>
                <a:spcPts val="0"/>
              </a:spcBef>
              <a:buNone/>
              <a:defRPr b="0" i="0" sz="1200" u="none" cap="none" strike="noStrike">
                <a:solidFill>
                  <a:schemeClr val="accent1"/>
                </a:solidFill>
                <a:latin typeface="Arial"/>
                <a:ea typeface="Arial"/>
                <a:cs typeface="Arial"/>
                <a:sym typeface="Arial"/>
              </a:defRPr>
            </a:lvl5pPr>
            <a:lvl6pPr indent="0" lvl="5" marL="0" marR="0" algn="ctr">
              <a:spcBef>
                <a:spcPts val="0"/>
              </a:spcBef>
              <a:buNone/>
              <a:defRPr b="0" i="0" sz="1200" u="none" cap="none" strike="noStrike">
                <a:solidFill>
                  <a:schemeClr val="accent1"/>
                </a:solidFill>
                <a:latin typeface="Arial"/>
                <a:ea typeface="Arial"/>
                <a:cs typeface="Arial"/>
                <a:sym typeface="Arial"/>
              </a:defRPr>
            </a:lvl6pPr>
            <a:lvl7pPr indent="0" lvl="6" marL="0" marR="0" algn="ctr">
              <a:spcBef>
                <a:spcPts val="0"/>
              </a:spcBef>
              <a:buNone/>
              <a:defRPr b="0" i="0" sz="1200" u="none" cap="none" strike="noStrike">
                <a:solidFill>
                  <a:schemeClr val="accent1"/>
                </a:solidFill>
                <a:latin typeface="Arial"/>
                <a:ea typeface="Arial"/>
                <a:cs typeface="Arial"/>
                <a:sym typeface="Arial"/>
              </a:defRPr>
            </a:lvl7pPr>
            <a:lvl8pPr indent="0" lvl="7" marL="0" marR="0" algn="ctr">
              <a:spcBef>
                <a:spcPts val="0"/>
              </a:spcBef>
              <a:buNone/>
              <a:defRPr b="0" i="0" sz="1200" u="none" cap="none" strike="noStrike">
                <a:solidFill>
                  <a:schemeClr val="accent1"/>
                </a:solidFill>
                <a:latin typeface="Arial"/>
                <a:ea typeface="Arial"/>
                <a:cs typeface="Arial"/>
                <a:sym typeface="Arial"/>
              </a:defRPr>
            </a:lvl8pPr>
            <a:lvl9pPr indent="0" lvl="8" marL="0" marR="0" algn="ctr">
              <a:spcBef>
                <a:spcPts val="0"/>
              </a:spcBef>
              <a:buNone/>
              <a:defRPr b="0" i="0" sz="1200" u="none" cap="none" strike="noStrike">
                <a:solidFill>
                  <a:schemeClr val="accen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6.jpg"/><Relationship Id="rId4" Type="http://schemas.openxmlformats.org/officeDocument/2006/relationships/image" Target="../media/image8.jpg"/><Relationship Id="rId5"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ph idx="4294967295" type="subTitle"/>
          </p:nvPr>
        </p:nvSpPr>
        <p:spPr>
          <a:xfrm>
            <a:off x="9170950" y="5733900"/>
            <a:ext cx="2781300" cy="7431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400"/>
              <a:buNone/>
            </a:pPr>
            <a:r>
              <a:rPr lang="en-US"/>
              <a:t>By: Varad Rane</a:t>
            </a:r>
            <a:endParaRPr/>
          </a:p>
          <a:p>
            <a:pPr indent="0" lvl="0" marL="0" rtl="0" algn="ctr">
              <a:lnSpc>
                <a:spcPct val="100000"/>
              </a:lnSpc>
              <a:spcBef>
                <a:spcPts val="0"/>
              </a:spcBef>
              <a:spcAft>
                <a:spcPts val="0"/>
              </a:spcAft>
              <a:buSzPts val="2400"/>
              <a:buNone/>
            </a:pPr>
            <a:r>
              <a:rPr lang="en-US"/>
              <a:t>      123B1F117</a:t>
            </a:r>
            <a:endParaRPr/>
          </a:p>
        </p:txBody>
      </p:sp>
      <p:sp>
        <p:nvSpPr>
          <p:cNvPr id="91" name="Google Shape;91;p1"/>
          <p:cNvSpPr txBox="1"/>
          <p:nvPr>
            <p:ph type="ctrTitle"/>
          </p:nvPr>
        </p:nvSpPr>
        <p:spPr>
          <a:xfrm>
            <a:off x="1984248" y="1920240"/>
            <a:ext cx="8229600" cy="3017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
          <p:cNvSpPr/>
          <p:nvPr/>
        </p:nvSpPr>
        <p:spPr>
          <a:xfrm>
            <a:off x="1991800" y="1896675"/>
            <a:ext cx="8219400" cy="300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
          <p:cNvSpPr txBox="1"/>
          <p:nvPr/>
        </p:nvSpPr>
        <p:spPr>
          <a:xfrm>
            <a:off x="2109525" y="2121425"/>
            <a:ext cx="7983900" cy="2589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US" sz="5700">
                <a:solidFill>
                  <a:schemeClr val="dk1"/>
                </a:solidFill>
                <a:latin typeface="Times New Roman"/>
                <a:ea typeface="Times New Roman"/>
                <a:cs typeface="Times New Roman"/>
                <a:sym typeface="Times New Roman"/>
              </a:rPr>
              <a:t>Detection of Plastic and Solid Waste in Oceans</a:t>
            </a:r>
            <a:endParaRPr sz="57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1185010" y="540755"/>
            <a:ext cx="9822000" cy="914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u="sng"/>
              <a:t>AIM &amp; MOTIVATION</a:t>
            </a:r>
            <a:endParaRPr u="sng"/>
          </a:p>
        </p:txBody>
      </p:sp>
      <p:sp>
        <p:nvSpPr>
          <p:cNvPr id="99" name="Google Shape;99;p2"/>
          <p:cNvSpPr txBox="1"/>
          <p:nvPr>
            <p:ph idx="1" type="body"/>
          </p:nvPr>
        </p:nvSpPr>
        <p:spPr>
          <a:xfrm>
            <a:off x="1280150" y="2377450"/>
            <a:ext cx="4663500" cy="3982200"/>
          </a:xfrm>
          <a:prstGeom prst="rect">
            <a:avLst/>
          </a:prstGeom>
          <a:solidFill>
            <a:schemeClr val="accent4"/>
          </a:solidFill>
        </p:spPr>
        <p:txBody>
          <a:bodyPr anchorCtr="0" anchor="t" bIns="0" lIns="0" spcFirstLastPara="1" rIns="0" wrap="square" tIns="0">
            <a:noAutofit/>
          </a:bodyPr>
          <a:lstStyle/>
          <a:p>
            <a:pPr indent="0" lvl="0" marL="457200" rtl="0" algn="l">
              <a:spcBef>
                <a:spcPts val="1400"/>
              </a:spcBef>
              <a:spcAft>
                <a:spcPts val="0"/>
              </a:spcAft>
              <a:buNone/>
            </a:pPr>
            <a:r>
              <a:t/>
            </a:r>
            <a:endParaRPr/>
          </a:p>
          <a:p>
            <a:pPr indent="-307340" lvl="0" marL="457200" rtl="0" algn="l">
              <a:spcBef>
                <a:spcPts val="1400"/>
              </a:spcBef>
              <a:spcAft>
                <a:spcPts val="0"/>
              </a:spcAft>
              <a:buSzPts val="1240"/>
              <a:buChar char="●"/>
            </a:pPr>
            <a:r>
              <a:rPr lang="en-US" sz="1600"/>
              <a:t>The primary aim of this project is to address the critical need for an accurate and automatic system for identifying macroplastic waste in oceans. </a:t>
            </a:r>
            <a:endParaRPr sz="1600"/>
          </a:p>
          <a:p>
            <a:pPr indent="0" lvl="0" marL="457200" rtl="0" algn="l">
              <a:spcBef>
                <a:spcPts val="1400"/>
              </a:spcBef>
              <a:spcAft>
                <a:spcPts val="0"/>
              </a:spcAft>
              <a:buNone/>
            </a:pPr>
            <a:r>
              <a:t/>
            </a:r>
            <a:endParaRPr sz="1600"/>
          </a:p>
          <a:p>
            <a:pPr indent="-307340" lvl="0" marL="457200" rtl="0" algn="l">
              <a:spcBef>
                <a:spcPts val="1400"/>
              </a:spcBef>
              <a:spcAft>
                <a:spcPts val="0"/>
              </a:spcAft>
              <a:buSzPts val="1240"/>
              <a:buChar char="●"/>
            </a:pPr>
            <a:r>
              <a:rPr lang="en-US" sz="1600"/>
              <a:t>This research seeks to create a more viable and scalable solution.</a:t>
            </a:r>
            <a:endParaRPr sz="1600"/>
          </a:p>
          <a:p>
            <a:pPr indent="0" lvl="0" marL="457200" rtl="0" algn="l">
              <a:spcBef>
                <a:spcPts val="1400"/>
              </a:spcBef>
              <a:spcAft>
                <a:spcPts val="0"/>
              </a:spcAft>
              <a:buNone/>
            </a:pPr>
            <a:r>
              <a:t/>
            </a:r>
            <a:endParaRPr sz="1600"/>
          </a:p>
          <a:p>
            <a:pPr indent="-307340" lvl="0" marL="457200" rtl="0" algn="l">
              <a:spcBef>
                <a:spcPts val="1400"/>
              </a:spcBef>
              <a:spcAft>
                <a:spcPts val="0"/>
              </a:spcAft>
              <a:buSzPts val="1240"/>
              <a:buChar char="●"/>
            </a:pPr>
            <a:r>
              <a:rPr lang="en-US" sz="1600"/>
              <a:t>This approach is designed to overcome the challenges and high costs associated with traditional, manual monitoring methods</a:t>
            </a:r>
            <a:endParaRPr sz="1600"/>
          </a:p>
        </p:txBody>
      </p:sp>
      <p:sp>
        <p:nvSpPr>
          <p:cNvPr id="100" name="Google Shape;100;p2"/>
          <p:cNvSpPr txBox="1"/>
          <p:nvPr/>
        </p:nvSpPr>
        <p:spPr>
          <a:xfrm>
            <a:off x="11860475" y="6519100"/>
            <a:ext cx="255900" cy="2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p:txBody>
      </p:sp>
      <p:sp>
        <p:nvSpPr>
          <p:cNvPr id="101" name="Google Shape;101;p2"/>
          <p:cNvSpPr txBox="1"/>
          <p:nvPr/>
        </p:nvSpPr>
        <p:spPr>
          <a:xfrm>
            <a:off x="11105000" y="5851750"/>
            <a:ext cx="227700" cy="1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1"/>
              </a:solidFill>
            </a:endParaRPr>
          </a:p>
        </p:txBody>
      </p:sp>
      <p:sp>
        <p:nvSpPr>
          <p:cNvPr id="102" name="Google Shape;102;p2"/>
          <p:cNvSpPr txBox="1"/>
          <p:nvPr>
            <p:ph idx="2" type="body"/>
          </p:nvPr>
        </p:nvSpPr>
        <p:spPr>
          <a:xfrm>
            <a:off x="6309300" y="2377450"/>
            <a:ext cx="4697700" cy="3982200"/>
          </a:xfrm>
          <a:prstGeom prst="rect">
            <a:avLst/>
          </a:prstGeom>
        </p:spPr>
        <p:txBody>
          <a:bodyPr anchorCtr="0" anchor="t" bIns="365750" lIns="365750" spcFirstLastPara="1" rIns="365750" wrap="square" tIns="365750">
            <a:normAutofit/>
          </a:bodyPr>
          <a:lstStyle/>
          <a:p>
            <a:pPr indent="-330200" lvl="0" marL="457200" rtl="0" algn="l">
              <a:spcBef>
                <a:spcPts val="1400"/>
              </a:spcBef>
              <a:spcAft>
                <a:spcPts val="0"/>
              </a:spcAft>
              <a:buSzPts val="1600"/>
              <a:buChar char="●"/>
            </a:pPr>
            <a:r>
              <a:rPr lang="en-US" sz="1600"/>
              <a:t>The project is driven by the urgent need to address plastic pollution, a major environmental problem that harms marine ecosystems, biodiversity and the visual appeal of oceans.</a:t>
            </a:r>
            <a:endParaRPr sz="1600"/>
          </a:p>
          <a:p>
            <a:pPr indent="0" lvl="0" marL="457200" rtl="0" algn="l">
              <a:spcBef>
                <a:spcPts val="1400"/>
              </a:spcBef>
              <a:spcAft>
                <a:spcPts val="0"/>
              </a:spcAft>
              <a:buNone/>
            </a:pPr>
            <a:r>
              <a:t/>
            </a:r>
            <a:endParaRPr sz="1600"/>
          </a:p>
          <a:p>
            <a:pPr indent="-330200" lvl="0" marL="457200" rtl="0" algn="l">
              <a:spcBef>
                <a:spcPts val="1400"/>
              </a:spcBef>
              <a:spcAft>
                <a:spcPts val="0"/>
              </a:spcAft>
              <a:buSzPts val="1600"/>
              <a:buChar char="●"/>
            </a:pPr>
            <a:r>
              <a:rPr lang="en-US" sz="1600"/>
              <a:t>The work is further motivated by its alignment with the UN's Sustainable Development Goals, specifically SDG 14 (Life Below Water) and SDG 13 (Climate Ac</a:t>
            </a:r>
            <a:r>
              <a:rPr lang="en-US" sz="1600"/>
              <a:t>tion).</a:t>
            </a:r>
            <a:endParaRPr sz="1600"/>
          </a:p>
        </p:txBody>
      </p:sp>
      <p:sp>
        <p:nvSpPr>
          <p:cNvPr id="103" name="Google Shape;103;p2"/>
          <p:cNvSpPr txBox="1"/>
          <p:nvPr/>
        </p:nvSpPr>
        <p:spPr>
          <a:xfrm>
            <a:off x="3031775" y="1793150"/>
            <a:ext cx="1498200" cy="2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u="sng">
                <a:solidFill>
                  <a:schemeClr val="dk1"/>
                </a:solidFill>
              </a:rPr>
              <a:t>Aim</a:t>
            </a:r>
            <a:endParaRPr sz="2400" u="sng">
              <a:solidFill>
                <a:schemeClr val="dk1"/>
              </a:solidFill>
            </a:endParaRPr>
          </a:p>
        </p:txBody>
      </p:sp>
      <p:sp>
        <p:nvSpPr>
          <p:cNvPr id="104" name="Google Shape;104;p2"/>
          <p:cNvSpPr txBox="1"/>
          <p:nvPr/>
        </p:nvSpPr>
        <p:spPr>
          <a:xfrm>
            <a:off x="7556700" y="1725475"/>
            <a:ext cx="1701600" cy="2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u="sng">
                <a:solidFill>
                  <a:schemeClr val="dk1"/>
                </a:solidFill>
              </a:rPr>
              <a:t>Motivation</a:t>
            </a:r>
            <a:endParaRPr sz="2400" u="sng">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3816985" y="179250"/>
            <a:ext cx="3661500" cy="5841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u="sng"/>
              <a:t>OBJECTIVES</a:t>
            </a:r>
            <a:endParaRPr u="sng"/>
          </a:p>
        </p:txBody>
      </p:sp>
      <p:sp>
        <p:nvSpPr>
          <p:cNvPr id="110" name="Google Shape;110;p3"/>
          <p:cNvSpPr txBox="1"/>
          <p:nvPr/>
        </p:nvSpPr>
        <p:spPr>
          <a:xfrm>
            <a:off x="11860475" y="6519100"/>
            <a:ext cx="255900" cy="2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p:txBody>
      </p:sp>
      <p:sp>
        <p:nvSpPr>
          <p:cNvPr id="111" name="Google Shape;111;p3"/>
          <p:cNvSpPr txBox="1"/>
          <p:nvPr/>
        </p:nvSpPr>
        <p:spPr>
          <a:xfrm>
            <a:off x="3642250" y="1705975"/>
            <a:ext cx="8359200" cy="28938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lang="en-US" sz="1600">
                <a:solidFill>
                  <a:schemeClr val="dk1"/>
                </a:solidFill>
              </a:rPr>
              <a:t>To investigate how a </a:t>
            </a:r>
            <a:r>
              <a:rPr b="1" lang="en-US" sz="1600">
                <a:solidFill>
                  <a:schemeClr val="dk1"/>
                </a:solidFill>
              </a:rPr>
              <a:t>preprocessing pipeline</a:t>
            </a:r>
            <a:r>
              <a:rPr lang="en-US" sz="1600">
                <a:solidFill>
                  <a:schemeClr val="dk1"/>
                </a:solidFill>
              </a:rPr>
              <a:t>, consisting of CLAHE for contrast enhancement and white balancing for color correction, can improve the detection accuracy of a </a:t>
            </a:r>
            <a:r>
              <a:rPr b="1" lang="en-US" sz="1600">
                <a:solidFill>
                  <a:schemeClr val="dk1"/>
                </a:solidFill>
              </a:rPr>
              <a:t>YOLO-based model</a:t>
            </a:r>
            <a:r>
              <a:rPr lang="en-US" sz="1600">
                <a:solidFill>
                  <a:schemeClr val="dk1"/>
                </a:solidFill>
              </a:rPr>
              <a:t> on challenging underwater images.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To determine if enhancing key visual features and correcting color casts in the training data can help the </a:t>
            </a:r>
            <a:r>
              <a:rPr b="1" lang="en-US" sz="1600">
                <a:solidFill>
                  <a:schemeClr val="dk1"/>
                </a:solidFill>
              </a:rPr>
              <a:t>YOLO model overcome</a:t>
            </a:r>
            <a:r>
              <a:rPr lang="en-US" sz="1600">
                <a:solidFill>
                  <a:schemeClr val="dk1"/>
                </a:solidFill>
              </a:rPr>
              <a:t> common environmental distortions, leading to more robust object identification.</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To quantify the performance lift provided by this preprocessing pipeline by comparing the </a:t>
            </a:r>
            <a:r>
              <a:rPr b="1" lang="en-US" sz="1600">
                <a:solidFill>
                  <a:schemeClr val="dk1"/>
                </a:solidFill>
              </a:rPr>
              <a:t>YOLO model's metrics</a:t>
            </a:r>
            <a:r>
              <a:rPr lang="en-US" sz="1600">
                <a:solidFill>
                  <a:schemeClr val="dk1"/>
                </a:solidFill>
              </a:rPr>
              <a:t> (mAP, precision, and recall) against a baseline model trained on the original, unprocessed images.</a:t>
            </a:r>
            <a:endParaRPr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ctrTitle"/>
          </p:nvPr>
        </p:nvSpPr>
        <p:spPr>
          <a:xfrm>
            <a:off x="1527777" y="-41700"/>
            <a:ext cx="8280000" cy="8454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5400"/>
              <a:buFont typeface="Arial"/>
              <a:buNone/>
            </a:pPr>
            <a:r>
              <a:rPr lang="en-US" sz="3200" u="sng"/>
              <a:t>LITERATURE REVIEW</a:t>
            </a:r>
            <a:endParaRPr sz="3200" u="sng"/>
          </a:p>
        </p:txBody>
      </p:sp>
      <p:graphicFrame>
        <p:nvGraphicFramePr>
          <p:cNvPr id="117" name="Google Shape;117;p4"/>
          <p:cNvGraphicFramePr/>
          <p:nvPr/>
        </p:nvGraphicFramePr>
        <p:xfrm>
          <a:off x="-12" y="699225"/>
          <a:ext cx="3000000" cy="3000000"/>
        </p:xfrm>
        <a:graphic>
          <a:graphicData uri="http://schemas.openxmlformats.org/drawingml/2006/table">
            <a:tbl>
              <a:tblPr>
                <a:noFill/>
                <a:tableStyleId>{9C0E99B2-5730-4D21-8677-CC285A7A6184}</a:tableStyleId>
              </a:tblPr>
              <a:tblGrid>
                <a:gridCol w="727600"/>
                <a:gridCol w="1843350"/>
                <a:gridCol w="2975225"/>
                <a:gridCol w="2991425"/>
                <a:gridCol w="3654400"/>
              </a:tblGrid>
              <a:tr h="397100">
                <a:tc>
                  <a:txBody>
                    <a:bodyPr/>
                    <a:lstStyle/>
                    <a:p>
                      <a:pPr indent="0" lvl="0" marL="0" rtl="0" algn="l">
                        <a:spcBef>
                          <a:spcPts val="0"/>
                        </a:spcBef>
                        <a:spcAft>
                          <a:spcPts val="0"/>
                        </a:spcAft>
                        <a:buNone/>
                      </a:pPr>
                      <a:r>
                        <a:rPr lang="en-US" sz="1100">
                          <a:solidFill>
                            <a:srgbClr val="1B1C1D"/>
                          </a:solidFill>
                          <a:latin typeface="Times New Roman"/>
                          <a:ea typeface="Times New Roman"/>
                          <a:cs typeface="Times New Roman"/>
                          <a:sym typeface="Times New Roman"/>
                        </a:rPr>
                        <a:t>Sr. No</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100">
                          <a:solidFill>
                            <a:srgbClr val="1B1C1D"/>
                          </a:solidFill>
                          <a:latin typeface="Times New Roman"/>
                          <a:ea typeface="Times New Roman"/>
                          <a:cs typeface="Times New Roman"/>
                          <a:sym typeface="Times New Roman"/>
                        </a:rPr>
                        <a:t>Name of the Study</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100">
                          <a:solidFill>
                            <a:srgbClr val="1B1C1D"/>
                          </a:solidFill>
                          <a:latin typeface="Times New Roman"/>
                          <a:ea typeface="Times New Roman"/>
                          <a:cs typeface="Times New Roman"/>
                          <a:sym typeface="Times New Roman"/>
                        </a:rPr>
                        <a:t>Features</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100">
                          <a:solidFill>
                            <a:srgbClr val="1B1C1D"/>
                          </a:solidFill>
                          <a:latin typeface="Times New Roman"/>
                          <a:ea typeface="Times New Roman"/>
                          <a:cs typeface="Times New Roman"/>
                          <a:sym typeface="Times New Roman"/>
                        </a:rPr>
                        <a:t>Methodology</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100">
                          <a:solidFill>
                            <a:srgbClr val="1B1C1D"/>
                          </a:solidFill>
                          <a:latin typeface="Times New Roman"/>
                          <a:ea typeface="Times New Roman"/>
                          <a:cs typeface="Times New Roman"/>
                          <a:sym typeface="Times New Roman"/>
                        </a:rPr>
                        <a:t>Research Gaps Present</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r>
              <a:tr h="2741575">
                <a:tc>
                  <a:txBody>
                    <a:bodyPr/>
                    <a:lstStyle/>
                    <a:p>
                      <a:pPr indent="0" lvl="0" marL="0" rtl="0" algn="l">
                        <a:lnSpc>
                          <a:spcPct val="115000"/>
                        </a:lnSpc>
                        <a:spcBef>
                          <a:spcPts val="0"/>
                        </a:spcBef>
                        <a:spcAft>
                          <a:spcPts val="2400"/>
                        </a:spcAft>
                        <a:buNone/>
                      </a:pPr>
                      <a:r>
                        <a:rPr lang="en-US" sz="1100">
                          <a:solidFill>
                            <a:srgbClr val="1B1C1D"/>
                          </a:solidFill>
                          <a:latin typeface="Times New Roman"/>
                          <a:ea typeface="Times New Roman"/>
                          <a:cs typeface="Times New Roman"/>
                          <a:sym typeface="Times New Roman"/>
                        </a:rPr>
                        <a:t>1</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Detection of marine floating plastic using Sentinel-2 imagery and machine learning models [1]</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This study was successful in detecting plastic across Greece, Cyprus, Italy, and Lebanon.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It noted different spectral responses, plastic bottles reflecting high Near Infrared (NIR) reflectance, and achieved ~99% model accuracy for certain sites. The Floating Debris Index (FDI) was noted to be the most important variable.</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The methodology used data from Sentinel satellites and Support Vector Machines (SVMs) and Random Forest (RF) classification models. Models were trained with in situ plastic location data and remote sensing bands and indices (FDI, NDVI, PI, kNDVI). The images were atmospherically corrected using ACOLITE and C2RCC processors.</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There is a need for high-quality training data and a comprehensive spectral library.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A requirement to mitigate false alarms from phenomena like sea plume was noted.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A broader assessment of advanced deep learning (DL) algorithms (e.g., DeepLab, YOLO) is needed.</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r>
              <a:tr h="2596500">
                <a:tc>
                  <a:txBody>
                    <a:bodyPr/>
                    <a:lstStyle/>
                    <a:p>
                      <a:pPr indent="0" lvl="0" marL="0" rtl="0" algn="l">
                        <a:lnSpc>
                          <a:spcPct val="115000"/>
                        </a:lnSpc>
                        <a:spcBef>
                          <a:spcPts val="0"/>
                        </a:spcBef>
                        <a:spcAft>
                          <a:spcPts val="2400"/>
                        </a:spcAft>
                        <a:buNone/>
                      </a:pPr>
                      <a:r>
                        <a:rPr lang="en-US" sz="1100">
                          <a:solidFill>
                            <a:srgbClr val="1B1C1D"/>
                          </a:solidFill>
                          <a:latin typeface="Times New Roman"/>
                          <a:ea typeface="Times New Roman"/>
                          <a:cs typeface="Times New Roman"/>
                          <a:sym typeface="Times New Roman"/>
                        </a:rPr>
                        <a:t>2</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High-precision Density Mapping of Marine Debris and Floating Plastics via Satellite Imagery [2]</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The study developed MAP-Mapper models with high precision (up to 95%) and introduced the Marine Debris Mapping (MDM) index to quantify density. It demonstrated the ability to detect plastics at a sub-pixel scale and mapped highly polluted regions in the Gulf of Honduras, Manila, and Mumbai.</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The work combined Sentinel-2 data with U-net-based ML models, using the MARIDA and PLP datasets for training and validation. An automated data pipeline (MAP-Mapper) was developed, and atmospheric correction was performed with ACOLITE. Only four Sentinel-2 bands were used to improve efficiency.</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Future work should expand the MARIDA dataset.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A more rigorous validation of density mapping using ground truth data is required.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Misclassifications of small boats, waves, and sea foam need to be addressed, and the use of minimal-supervision learning approaches is promoted.</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944b0d527e_0_492"/>
          <p:cNvSpPr txBox="1"/>
          <p:nvPr>
            <p:ph type="title"/>
          </p:nvPr>
        </p:nvSpPr>
        <p:spPr>
          <a:xfrm>
            <a:off x="3816969" y="179250"/>
            <a:ext cx="5925300" cy="58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5400"/>
              <a:buFont typeface="Arial"/>
              <a:buNone/>
            </a:pPr>
            <a:r>
              <a:rPr lang="en-US" u="sng"/>
              <a:t>LITERATURE REVIEW</a:t>
            </a:r>
            <a:endParaRPr u="sng"/>
          </a:p>
          <a:p>
            <a:pPr indent="0" lvl="0" marL="0" rtl="0" algn="ctr">
              <a:spcBef>
                <a:spcPts val="0"/>
              </a:spcBef>
              <a:spcAft>
                <a:spcPts val="0"/>
              </a:spcAft>
              <a:buClr>
                <a:schemeClr val="dk1"/>
              </a:buClr>
              <a:buSzPts val="5400"/>
              <a:buFont typeface="Arial"/>
              <a:buNone/>
            </a:pPr>
            <a:r>
              <a:t/>
            </a:r>
            <a:endParaRPr u="sng"/>
          </a:p>
          <a:p>
            <a:pPr indent="0" lvl="0" marL="0" rtl="0" algn="ctr">
              <a:lnSpc>
                <a:spcPct val="90000"/>
              </a:lnSpc>
              <a:spcBef>
                <a:spcPts val="0"/>
              </a:spcBef>
              <a:spcAft>
                <a:spcPts val="0"/>
              </a:spcAft>
              <a:buClr>
                <a:schemeClr val="dk1"/>
              </a:buClr>
              <a:buSzPts val="3200"/>
              <a:buFont typeface="Arial"/>
              <a:buNone/>
            </a:pPr>
            <a:r>
              <a:t/>
            </a:r>
            <a:endParaRPr u="sng"/>
          </a:p>
        </p:txBody>
      </p:sp>
      <p:sp>
        <p:nvSpPr>
          <p:cNvPr id="123" name="Google Shape;123;g3944b0d527e_0_492"/>
          <p:cNvSpPr txBox="1"/>
          <p:nvPr/>
        </p:nvSpPr>
        <p:spPr>
          <a:xfrm>
            <a:off x="11860475" y="6519100"/>
            <a:ext cx="255900" cy="2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6</a:t>
            </a:r>
            <a:endParaRPr sz="1300">
              <a:solidFill>
                <a:schemeClr val="dk1"/>
              </a:solidFill>
            </a:endParaRPr>
          </a:p>
        </p:txBody>
      </p:sp>
      <p:sp>
        <p:nvSpPr>
          <p:cNvPr id="124" name="Google Shape;124;g3944b0d527e_0_492"/>
          <p:cNvSpPr txBox="1"/>
          <p:nvPr/>
        </p:nvSpPr>
        <p:spPr>
          <a:xfrm>
            <a:off x="183125" y="1040500"/>
            <a:ext cx="2985900" cy="2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u="sng">
              <a:solidFill>
                <a:schemeClr val="dk1"/>
              </a:solidFill>
            </a:endParaRPr>
          </a:p>
        </p:txBody>
      </p:sp>
      <p:graphicFrame>
        <p:nvGraphicFramePr>
          <p:cNvPr id="125" name="Google Shape;125;g3944b0d527e_0_492"/>
          <p:cNvGraphicFramePr/>
          <p:nvPr/>
        </p:nvGraphicFramePr>
        <p:xfrm>
          <a:off x="-12" y="609600"/>
          <a:ext cx="3000000" cy="3000000"/>
        </p:xfrm>
        <a:graphic>
          <a:graphicData uri="http://schemas.openxmlformats.org/drawingml/2006/table">
            <a:tbl>
              <a:tblPr>
                <a:noFill/>
                <a:tableStyleId>{9C0E99B2-5730-4D21-8677-CC285A7A6184}</a:tableStyleId>
              </a:tblPr>
              <a:tblGrid>
                <a:gridCol w="727600"/>
                <a:gridCol w="1843350"/>
                <a:gridCol w="2975225"/>
                <a:gridCol w="2991425"/>
                <a:gridCol w="3654400"/>
              </a:tblGrid>
              <a:tr h="2145925">
                <a:tc>
                  <a:txBody>
                    <a:bodyPr/>
                    <a:lstStyle/>
                    <a:p>
                      <a:pPr indent="0" lvl="0" marL="0" rtl="0" algn="l">
                        <a:lnSpc>
                          <a:spcPct val="115000"/>
                        </a:lnSpc>
                        <a:spcBef>
                          <a:spcPts val="0"/>
                        </a:spcBef>
                        <a:spcAft>
                          <a:spcPts val="2400"/>
                        </a:spcAft>
                        <a:buNone/>
                      </a:pPr>
                      <a:r>
                        <a:rPr lang="en-US" sz="1100">
                          <a:solidFill>
                            <a:srgbClr val="1B1C1D"/>
                          </a:solidFill>
                          <a:latin typeface="Times New Roman"/>
                          <a:ea typeface="Times New Roman"/>
                          <a:cs typeface="Times New Roman"/>
                          <a:sym typeface="Times New Roman"/>
                        </a:rPr>
                        <a:t>3</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Deep learning for detecting macroplastic litter in water bodies: A review [3]</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This is a systematic review of 34 DL-based studies. It identified key gaps, including a lack of model generalisation and the absence of mass flux quantification. Most studies focus on marine environments, neglecting rivers and lakes. Object detection is the most common computer vision task.</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A systematic review methodology was used to analyse 34 papers from "Scopus" and "Web of Science" databases up to 2021. Papers were categorised by water body, dataset details, computer vision task, and performance metrics.</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A primary need exists for DL models with robust generalisation across different conditions. There is a lack of methods for quantifying macroplastic mass fluxes and hotspots. Insufficient research on riverine pollution and inconsistent reporting of metrics across studies were also identified as gaps.</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r>
              <a:tr h="2428475">
                <a:tc>
                  <a:txBody>
                    <a:bodyPr/>
                    <a:lstStyle/>
                    <a:p>
                      <a:pPr indent="0" lvl="0" marL="0" rtl="0" algn="l">
                        <a:lnSpc>
                          <a:spcPct val="115000"/>
                        </a:lnSpc>
                        <a:spcBef>
                          <a:spcPts val="0"/>
                        </a:spcBef>
                        <a:spcAft>
                          <a:spcPts val="2400"/>
                        </a:spcAft>
                        <a:buNone/>
                      </a:pPr>
                      <a:r>
                        <a:rPr lang="en-US" sz="1100">
                          <a:solidFill>
                            <a:srgbClr val="1B1C1D"/>
                          </a:solidFill>
                          <a:latin typeface="Times New Roman"/>
                          <a:ea typeface="Times New Roman"/>
                          <a:cs typeface="Times New Roman"/>
                          <a:sym typeface="Times New Roman"/>
                        </a:rPr>
                        <a:t>4</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Litter Detection with Deep Learning: A Comparative Study [4]</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This paper provided a comparison of existing DL object detection models and a new dataset, "PlastOPol". The best accuracy from the existing models was YOLO-v5x, but the best potential for mobile devices was YOLO-v5s. All the object detection methods reported difficulty in detecting low sizes of litter and cluttered or complex backgrounds.</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The study considered models based on CNNs such as the Faster R-CNN, Mask R-CNN, EfficientDet,  RetinaNet, and YOLO-v5. Performance was evaluated by effectiveness (AP50) and efficiency (model size, FPS) when evaluated on the PlastOPol and TACO datasets with 5-fold cross-validation.</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Future work should enhance detection using fusion strategies and continue optimising tiny neural networks for constrained devices. There is a need to improve datasets with smart data augmentation and add multiclass annotations to the PlastOPol dataset.</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B1C1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r>
              <a:tr h="2428475">
                <a:tc>
                  <a:txBody>
                    <a:bodyPr/>
                    <a:lstStyle/>
                    <a:p>
                      <a:pPr indent="0" lvl="0" marL="0" rtl="0" algn="l">
                        <a:lnSpc>
                          <a:spcPct val="115000"/>
                        </a:lnSpc>
                        <a:spcBef>
                          <a:spcPts val="0"/>
                        </a:spcBef>
                        <a:spcAft>
                          <a:spcPts val="2400"/>
                        </a:spcAft>
                        <a:buNone/>
                      </a:pPr>
                      <a:r>
                        <a:rPr lang="en-US" sz="1100">
                          <a:solidFill>
                            <a:srgbClr val="1B1C1D"/>
                          </a:solidFill>
                          <a:latin typeface="Times New Roman"/>
                          <a:ea typeface="Times New Roman"/>
                          <a:cs typeface="Times New Roman"/>
                          <a:sym typeface="Times New Roman"/>
                        </a:rPr>
                        <a:t>5</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Review of Methods for Automatic Plastic Detection in Water Areas Using Satellite Images and Machine Learning [5]</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This comprehensive review highlights Sentinel-2 as the primary satellite for plastic detection. It notes FDI and PI as key spectral indices and finds that supervised algorithms (SVM, RF, XGBoost) are generally more efficient.</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Information from over 50 studies was synthesised. The review discussed data acquisition (satellites, UAVs), image processing, spectral indices, and a wide range of ML/DL algorithms.</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100">
                          <a:solidFill>
                            <a:srgbClr val="1B1C1D"/>
                          </a:solidFill>
                          <a:latin typeface="Times New Roman"/>
                          <a:ea typeface="Times New Roman"/>
                          <a:cs typeface="Times New Roman"/>
                          <a:sym typeface="Times New Roman"/>
                        </a:rPr>
                        <a:t>There is a demand to collect global plastic pollution research data where AI can be trained, this would also facilitate the creation of global database of types of plastic litter The paper indicates that it would be worth exploring other satellites for further ocean coverage and should also consider the opportunity for synthetic aperture radar (SAR) imagery.</a:t>
                      </a:r>
                      <a:endParaRPr sz="1100">
                        <a:solidFill>
                          <a:srgbClr val="1B1C1D"/>
                        </a:solidFill>
                        <a:latin typeface="Times New Roman"/>
                        <a:ea typeface="Times New Roman"/>
                        <a:cs typeface="Times New Roman"/>
                        <a:sym typeface="Times New Roman"/>
                      </a:endParaRPr>
                    </a:p>
                  </a:txBody>
                  <a:tcPr marT="76200" marB="76200" marR="114300" marL="114300">
                    <a:lnL cap="flat" cmpd="sng" w="7950">
                      <a:solidFill>
                        <a:srgbClr val="1B1C1D"/>
                      </a:solidFill>
                      <a:prstDash val="solid"/>
                      <a:round/>
                      <a:headEnd len="sm" w="sm" type="none"/>
                      <a:tailEnd len="sm" w="sm" type="none"/>
                    </a:lnL>
                    <a:lnR cap="flat" cmpd="sng" w="7950">
                      <a:solidFill>
                        <a:srgbClr val="1B1C1D"/>
                      </a:solidFill>
                      <a:prstDash val="solid"/>
                      <a:round/>
                      <a:headEnd len="sm" w="sm" type="none"/>
                      <a:tailEnd len="sm" w="sm" type="none"/>
                    </a:lnR>
                    <a:lnT cap="flat" cmpd="sng" w="7950">
                      <a:solidFill>
                        <a:srgbClr val="1B1C1D"/>
                      </a:solidFill>
                      <a:prstDash val="solid"/>
                      <a:round/>
                      <a:headEnd len="sm" w="sm" type="none"/>
                      <a:tailEnd len="sm" w="sm" type="none"/>
                    </a:lnT>
                    <a:lnB cap="flat" cmpd="sng" w="7950">
                      <a:solidFill>
                        <a:srgbClr val="1B1C1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944b0d527e_1_52"/>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131" name="Google Shape;131;g3944b0d527e_1_52"/>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132" name="Google Shape;132;g3944b0d527e_1_52"/>
          <p:cNvSpPr txBox="1"/>
          <p:nvPr/>
        </p:nvSpPr>
        <p:spPr>
          <a:xfrm>
            <a:off x="3813125" y="724525"/>
            <a:ext cx="59025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without preprocessing </a:t>
            </a:r>
            <a:r>
              <a:rPr b="1" lang="en-US" sz="2400">
                <a:solidFill>
                  <a:schemeClr val="dk1"/>
                </a:solidFill>
              </a:rPr>
              <a:t>original</a:t>
            </a:r>
            <a:endParaRPr b="1" sz="2400">
              <a:solidFill>
                <a:schemeClr val="dk1"/>
              </a:solidFill>
            </a:endParaRPr>
          </a:p>
        </p:txBody>
      </p:sp>
      <p:pic>
        <p:nvPicPr>
          <p:cNvPr id="133" name="Google Shape;133;g3944b0d527e_1_52" title="BoxPR_curve.png"/>
          <p:cNvPicPr preferRelativeResize="0"/>
          <p:nvPr/>
        </p:nvPicPr>
        <p:blipFill>
          <a:blip r:embed="rId3">
            <a:alphaModFix/>
          </a:blip>
          <a:stretch>
            <a:fillRect/>
          </a:stretch>
        </p:blipFill>
        <p:spPr>
          <a:xfrm>
            <a:off x="152400" y="1395325"/>
            <a:ext cx="7967355" cy="5310273"/>
          </a:xfrm>
          <a:prstGeom prst="rect">
            <a:avLst/>
          </a:prstGeom>
          <a:noFill/>
          <a:ln>
            <a:noFill/>
          </a:ln>
        </p:spPr>
      </p:pic>
      <p:sp>
        <p:nvSpPr>
          <p:cNvPr id="134" name="Google Shape;134;g3944b0d527e_1_52"/>
          <p:cNvSpPr txBox="1"/>
          <p:nvPr/>
        </p:nvSpPr>
        <p:spPr>
          <a:xfrm>
            <a:off x="5842850" y="1242925"/>
            <a:ext cx="726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mAP50-95  Mask mAP50-95  Precision (Box)  Recall (Box)</a:t>
            </a:r>
            <a:endParaRPr/>
          </a:p>
          <a:p>
            <a:pPr indent="0" lvl="0" marL="0" rtl="0" algn="l">
              <a:spcBef>
                <a:spcPts val="0"/>
              </a:spcBef>
              <a:spcAft>
                <a:spcPts val="0"/>
              </a:spcAft>
              <a:buNone/>
            </a:pPr>
            <a:r>
              <a:rPr lang="en-US"/>
              <a:t>  0.36287        0.29554               0.61913                 0.54515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944b0d527e_1_44"/>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140" name="Google Shape;140;g3944b0d527e_1_44"/>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141" name="Google Shape;141;g3944b0d527e_1_44"/>
          <p:cNvSpPr txBox="1"/>
          <p:nvPr/>
        </p:nvSpPr>
        <p:spPr>
          <a:xfrm>
            <a:off x="3813125" y="724525"/>
            <a:ext cx="59025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without preprocessing </a:t>
            </a:r>
            <a:r>
              <a:rPr b="1" lang="en-US" sz="2400">
                <a:solidFill>
                  <a:schemeClr val="dk1"/>
                </a:solidFill>
              </a:rPr>
              <a:t>original</a:t>
            </a:r>
            <a:endParaRPr b="1" sz="2400">
              <a:solidFill>
                <a:schemeClr val="dk1"/>
              </a:solidFill>
            </a:endParaRPr>
          </a:p>
        </p:txBody>
      </p:sp>
      <p:pic>
        <p:nvPicPr>
          <p:cNvPr id="142" name="Google Shape;142;g3944b0d527e_1_44" title="confusion_matrix_normalized.png"/>
          <p:cNvPicPr preferRelativeResize="0"/>
          <p:nvPr/>
        </p:nvPicPr>
        <p:blipFill>
          <a:blip r:embed="rId3">
            <a:alphaModFix/>
          </a:blip>
          <a:stretch>
            <a:fillRect/>
          </a:stretch>
        </p:blipFill>
        <p:spPr>
          <a:xfrm>
            <a:off x="2555813" y="1348475"/>
            <a:ext cx="7080371" cy="531027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944b0d527e_1_72"/>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148" name="Google Shape;148;g3944b0d527e_1_72"/>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149" name="Google Shape;149;g3944b0d527e_1_72"/>
          <p:cNvSpPr txBox="1"/>
          <p:nvPr/>
        </p:nvSpPr>
        <p:spPr>
          <a:xfrm>
            <a:off x="3813125" y="724525"/>
            <a:ext cx="59025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without preprocessing </a:t>
            </a:r>
            <a:r>
              <a:rPr b="1" lang="en-US" sz="2400">
                <a:solidFill>
                  <a:schemeClr val="dk1"/>
                </a:solidFill>
              </a:rPr>
              <a:t>grayscale</a:t>
            </a:r>
            <a:endParaRPr b="1" sz="2400">
              <a:solidFill>
                <a:schemeClr val="dk1"/>
              </a:solidFill>
            </a:endParaRPr>
          </a:p>
        </p:txBody>
      </p:sp>
      <p:pic>
        <p:nvPicPr>
          <p:cNvPr id="150" name="Google Shape;150;g3944b0d527e_1_72" title="BoxPR_curve.png"/>
          <p:cNvPicPr preferRelativeResize="0"/>
          <p:nvPr/>
        </p:nvPicPr>
        <p:blipFill>
          <a:blip r:embed="rId3">
            <a:alphaModFix/>
          </a:blip>
          <a:stretch>
            <a:fillRect/>
          </a:stretch>
        </p:blipFill>
        <p:spPr>
          <a:xfrm>
            <a:off x="2302825" y="1295050"/>
            <a:ext cx="7967355" cy="53102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944b0d527e_1_64"/>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156" name="Google Shape;156;g3944b0d527e_1_64"/>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157" name="Google Shape;157;g3944b0d527e_1_64"/>
          <p:cNvSpPr txBox="1"/>
          <p:nvPr/>
        </p:nvSpPr>
        <p:spPr>
          <a:xfrm>
            <a:off x="3813125" y="724525"/>
            <a:ext cx="59025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without preprocessing </a:t>
            </a:r>
            <a:r>
              <a:rPr b="1" lang="en-US" sz="2400">
                <a:solidFill>
                  <a:schemeClr val="dk1"/>
                </a:solidFill>
              </a:rPr>
              <a:t>grayscale</a:t>
            </a:r>
            <a:endParaRPr b="1" sz="2400">
              <a:solidFill>
                <a:schemeClr val="dk1"/>
              </a:solidFill>
            </a:endParaRPr>
          </a:p>
        </p:txBody>
      </p:sp>
      <p:pic>
        <p:nvPicPr>
          <p:cNvPr id="158" name="Google Shape;158;g3944b0d527e_1_64" title="confusion_matrix_normalized.png"/>
          <p:cNvPicPr preferRelativeResize="0"/>
          <p:nvPr/>
        </p:nvPicPr>
        <p:blipFill>
          <a:blip r:embed="rId3">
            <a:alphaModFix/>
          </a:blip>
          <a:stretch>
            <a:fillRect/>
          </a:stretch>
        </p:blipFill>
        <p:spPr>
          <a:xfrm>
            <a:off x="2746313" y="1382800"/>
            <a:ext cx="7080371" cy="53102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944b0d527e_1_80"/>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164" name="Google Shape;164;g3944b0d527e_1_80"/>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165" name="Google Shape;165;g3944b0d527e_1_80"/>
          <p:cNvSpPr txBox="1"/>
          <p:nvPr/>
        </p:nvSpPr>
        <p:spPr>
          <a:xfrm>
            <a:off x="3813125" y="724525"/>
            <a:ext cx="59025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with </a:t>
            </a:r>
            <a:r>
              <a:rPr lang="en-US" sz="2400">
                <a:solidFill>
                  <a:schemeClr val="dk1"/>
                </a:solidFill>
              </a:rPr>
              <a:t>preprocessing </a:t>
            </a:r>
            <a:r>
              <a:rPr b="1" lang="en-US" sz="2400">
                <a:solidFill>
                  <a:schemeClr val="dk1"/>
                </a:solidFill>
              </a:rPr>
              <a:t>blur</a:t>
            </a:r>
            <a:endParaRPr b="1" sz="2400">
              <a:solidFill>
                <a:schemeClr val="dk1"/>
              </a:solidFill>
            </a:endParaRPr>
          </a:p>
        </p:txBody>
      </p:sp>
      <p:pic>
        <p:nvPicPr>
          <p:cNvPr id="166" name="Google Shape;166;g3944b0d527e_1_80" title="confusion_matrix.png"/>
          <p:cNvPicPr preferRelativeResize="0"/>
          <p:nvPr/>
        </p:nvPicPr>
        <p:blipFill>
          <a:blip r:embed="rId3">
            <a:alphaModFix/>
          </a:blip>
          <a:stretch>
            <a:fillRect/>
          </a:stretch>
        </p:blipFill>
        <p:spPr>
          <a:xfrm>
            <a:off x="2555813" y="1320125"/>
            <a:ext cx="7080371" cy="531027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944b0d527e_1_88"/>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172" name="Google Shape;172;g3944b0d527e_1_88"/>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173" name="Google Shape;173;g3944b0d527e_1_88"/>
          <p:cNvSpPr txBox="1"/>
          <p:nvPr/>
        </p:nvSpPr>
        <p:spPr>
          <a:xfrm>
            <a:off x="3813125" y="724525"/>
            <a:ext cx="59025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with preprocessing </a:t>
            </a:r>
            <a:r>
              <a:rPr b="1" lang="en-US" sz="2400">
                <a:solidFill>
                  <a:schemeClr val="dk1"/>
                </a:solidFill>
              </a:rPr>
              <a:t>blur</a:t>
            </a:r>
            <a:endParaRPr b="1" sz="2400">
              <a:solidFill>
                <a:schemeClr val="dk1"/>
              </a:solidFill>
            </a:endParaRPr>
          </a:p>
        </p:txBody>
      </p:sp>
      <p:pic>
        <p:nvPicPr>
          <p:cNvPr id="174" name="Google Shape;174;g3944b0d527e_1_88" title="BoxPR_curve.png"/>
          <p:cNvPicPr preferRelativeResize="0"/>
          <p:nvPr/>
        </p:nvPicPr>
        <p:blipFill>
          <a:blip r:embed="rId3">
            <a:alphaModFix/>
          </a:blip>
          <a:stretch>
            <a:fillRect/>
          </a:stretch>
        </p:blipFill>
        <p:spPr>
          <a:xfrm>
            <a:off x="2302825" y="1432925"/>
            <a:ext cx="7967355" cy="53102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944b0d527e_1_26"/>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180" name="Google Shape;180;g3944b0d527e_1_26"/>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pic>
        <p:nvPicPr>
          <p:cNvPr id="181" name="Google Shape;181;g3944b0d527e_1_26"/>
          <p:cNvPicPr preferRelativeResize="0"/>
          <p:nvPr/>
        </p:nvPicPr>
        <p:blipFill>
          <a:blip r:embed="rId3">
            <a:alphaModFix/>
          </a:blip>
          <a:stretch>
            <a:fillRect/>
          </a:stretch>
        </p:blipFill>
        <p:spPr>
          <a:xfrm>
            <a:off x="2036888" y="975263"/>
            <a:ext cx="8118226" cy="4907475"/>
          </a:xfrm>
          <a:prstGeom prst="rect">
            <a:avLst/>
          </a:prstGeom>
          <a:noFill/>
          <a:ln>
            <a:noFill/>
          </a:ln>
        </p:spPr>
      </p:pic>
      <p:sp>
        <p:nvSpPr>
          <p:cNvPr id="182" name="Google Shape;182;g3944b0d527e_1_26"/>
          <p:cNvSpPr txBox="1"/>
          <p:nvPr/>
        </p:nvSpPr>
        <p:spPr>
          <a:xfrm>
            <a:off x="2036888" y="5989200"/>
            <a:ext cx="8353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Comparison between all the preprocessing techniques</a:t>
            </a:r>
            <a:endParaRPr sz="2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944b0d527e_1_108"/>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188" name="Google Shape;188;g3944b0d527e_1_108"/>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189" name="Google Shape;189;g3944b0d527e_1_108"/>
          <p:cNvSpPr txBox="1"/>
          <p:nvPr/>
        </p:nvSpPr>
        <p:spPr>
          <a:xfrm>
            <a:off x="3813125" y="724525"/>
            <a:ext cx="60903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Preprocessing used for final model training</a:t>
            </a:r>
            <a:endParaRPr b="1" sz="2400">
              <a:solidFill>
                <a:schemeClr val="dk1"/>
              </a:solidFill>
            </a:endParaRPr>
          </a:p>
        </p:txBody>
      </p:sp>
      <p:pic>
        <p:nvPicPr>
          <p:cNvPr id="190" name="Google Shape;190;g3944b0d527e_1_108"/>
          <p:cNvPicPr preferRelativeResize="0"/>
          <p:nvPr/>
        </p:nvPicPr>
        <p:blipFill>
          <a:blip r:embed="rId3">
            <a:alphaModFix/>
          </a:blip>
          <a:stretch>
            <a:fillRect/>
          </a:stretch>
        </p:blipFill>
        <p:spPr>
          <a:xfrm>
            <a:off x="220238" y="1381038"/>
            <a:ext cx="5286375" cy="3495675"/>
          </a:xfrm>
          <a:prstGeom prst="rect">
            <a:avLst/>
          </a:prstGeom>
          <a:noFill/>
          <a:ln>
            <a:noFill/>
          </a:ln>
        </p:spPr>
      </p:pic>
      <p:pic>
        <p:nvPicPr>
          <p:cNvPr id="191" name="Google Shape;191;g3944b0d527e_1_108"/>
          <p:cNvPicPr preferRelativeResize="0"/>
          <p:nvPr/>
        </p:nvPicPr>
        <p:blipFill>
          <a:blip r:embed="rId4">
            <a:alphaModFix/>
          </a:blip>
          <a:stretch>
            <a:fillRect/>
          </a:stretch>
        </p:blipFill>
        <p:spPr>
          <a:xfrm>
            <a:off x="6438412" y="1418800"/>
            <a:ext cx="5533350" cy="3420175"/>
          </a:xfrm>
          <a:prstGeom prst="rect">
            <a:avLst/>
          </a:prstGeom>
          <a:noFill/>
          <a:ln>
            <a:noFill/>
          </a:ln>
        </p:spPr>
      </p:pic>
      <p:cxnSp>
        <p:nvCxnSpPr>
          <p:cNvPr id="192" name="Google Shape;192;g3944b0d527e_1_108"/>
          <p:cNvCxnSpPr>
            <a:stCxn id="190" idx="3"/>
            <a:endCxn id="191" idx="1"/>
          </p:cNvCxnSpPr>
          <p:nvPr/>
        </p:nvCxnSpPr>
        <p:spPr>
          <a:xfrm>
            <a:off x="5506613" y="3128875"/>
            <a:ext cx="931800" cy="0"/>
          </a:xfrm>
          <a:prstGeom prst="straightConnector1">
            <a:avLst/>
          </a:prstGeom>
          <a:noFill/>
          <a:ln cap="flat" cmpd="sng" w="9525">
            <a:solidFill>
              <a:schemeClr val="dk2"/>
            </a:solidFill>
            <a:prstDash val="solid"/>
            <a:round/>
            <a:headEnd len="med" w="med" type="none"/>
            <a:tailEnd len="med" w="med" type="none"/>
          </a:ln>
        </p:spPr>
      </p:cxnSp>
      <p:cxnSp>
        <p:nvCxnSpPr>
          <p:cNvPr id="193" name="Google Shape;193;g3944b0d527e_1_108"/>
          <p:cNvCxnSpPr>
            <a:stCxn id="190" idx="3"/>
            <a:endCxn id="191" idx="1"/>
          </p:cNvCxnSpPr>
          <p:nvPr/>
        </p:nvCxnSpPr>
        <p:spPr>
          <a:xfrm>
            <a:off x="5506613" y="3128875"/>
            <a:ext cx="931800" cy="0"/>
          </a:xfrm>
          <a:prstGeom prst="straightConnector1">
            <a:avLst/>
          </a:prstGeom>
          <a:noFill/>
          <a:ln cap="flat" cmpd="sng" w="9525">
            <a:solidFill>
              <a:schemeClr val="dk2"/>
            </a:solidFill>
            <a:prstDash val="solid"/>
            <a:round/>
            <a:headEnd len="med" w="med" type="none"/>
            <a:tailEnd len="med" w="med" type="triangle"/>
          </a:ln>
        </p:spPr>
      </p:cxnSp>
      <p:pic>
        <p:nvPicPr>
          <p:cNvPr id="194" name="Google Shape;194;g3944b0d527e_1_108"/>
          <p:cNvPicPr preferRelativeResize="0"/>
          <p:nvPr/>
        </p:nvPicPr>
        <p:blipFill>
          <a:blip r:embed="rId5">
            <a:alphaModFix/>
          </a:blip>
          <a:stretch>
            <a:fillRect/>
          </a:stretch>
        </p:blipFill>
        <p:spPr>
          <a:xfrm>
            <a:off x="6817213" y="4371400"/>
            <a:ext cx="4775726" cy="2336875"/>
          </a:xfrm>
          <a:prstGeom prst="rect">
            <a:avLst/>
          </a:prstGeom>
          <a:noFill/>
          <a:ln>
            <a:noFill/>
          </a:ln>
        </p:spPr>
      </p:pic>
      <p:sp>
        <p:nvSpPr>
          <p:cNvPr id="195" name="Google Shape;195;g3944b0d527e_1_108"/>
          <p:cNvSpPr txBox="1"/>
          <p:nvPr/>
        </p:nvSpPr>
        <p:spPr>
          <a:xfrm>
            <a:off x="806550" y="5558850"/>
            <a:ext cx="5092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Isolating the L (Lightness) channel shows its narrow histogram, confirming the original image's low contrast.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944b0d527e_1_96"/>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201" name="Google Shape;201;g3944b0d527e_1_96"/>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202" name="Google Shape;202;g3944b0d527e_1_96"/>
          <p:cNvSpPr txBox="1"/>
          <p:nvPr/>
        </p:nvSpPr>
        <p:spPr>
          <a:xfrm>
            <a:off x="3813125" y="724525"/>
            <a:ext cx="60903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Preprocessing used for final model training</a:t>
            </a:r>
            <a:endParaRPr b="1" sz="2400">
              <a:solidFill>
                <a:schemeClr val="dk1"/>
              </a:solidFill>
            </a:endParaRPr>
          </a:p>
        </p:txBody>
      </p:sp>
      <p:pic>
        <p:nvPicPr>
          <p:cNvPr id="203" name="Google Shape;203;g3944b0d527e_1_96"/>
          <p:cNvPicPr preferRelativeResize="0"/>
          <p:nvPr/>
        </p:nvPicPr>
        <p:blipFill>
          <a:blip r:embed="rId3">
            <a:alphaModFix/>
          </a:blip>
          <a:stretch>
            <a:fillRect/>
          </a:stretch>
        </p:blipFill>
        <p:spPr>
          <a:xfrm>
            <a:off x="249275" y="1879650"/>
            <a:ext cx="5943600" cy="3652565"/>
          </a:xfrm>
          <a:prstGeom prst="rect">
            <a:avLst/>
          </a:prstGeom>
          <a:noFill/>
          <a:ln>
            <a:noFill/>
          </a:ln>
        </p:spPr>
      </p:pic>
      <p:pic>
        <p:nvPicPr>
          <p:cNvPr id="204" name="Google Shape;204;g3944b0d527e_1_96"/>
          <p:cNvPicPr preferRelativeResize="0"/>
          <p:nvPr/>
        </p:nvPicPr>
        <p:blipFill>
          <a:blip r:embed="rId4">
            <a:alphaModFix/>
          </a:blip>
          <a:stretch>
            <a:fillRect/>
          </a:stretch>
        </p:blipFill>
        <p:spPr>
          <a:xfrm>
            <a:off x="6411138" y="1879650"/>
            <a:ext cx="5694325" cy="3536375"/>
          </a:xfrm>
          <a:prstGeom prst="rect">
            <a:avLst/>
          </a:prstGeom>
          <a:noFill/>
          <a:ln>
            <a:noFill/>
          </a:ln>
        </p:spPr>
      </p:pic>
      <p:sp>
        <p:nvSpPr>
          <p:cNvPr id="205" name="Google Shape;205;g3944b0d527e_1_96"/>
          <p:cNvSpPr txBox="1"/>
          <p:nvPr/>
        </p:nvSpPr>
        <p:spPr>
          <a:xfrm>
            <a:off x="3924300" y="5861400"/>
            <a:ext cx="501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Applying CLAHE to the L channel boosts local contrast, making details much clearer in the reconstructed image.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944b0d527e_1_121"/>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211" name="Google Shape;211;g3944b0d527e_1_121"/>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212" name="Google Shape;212;g3944b0d527e_1_121"/>
          <p:cNvSpPr txBox="1"/>
          <p:nvPr/>
        </p:nvSpPr>
        <p:spPr>
          <a:xfrm>
            <a:off x="3813125" y="724525"/>
            <a:ext cx="60903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Preprocessing used for final model training</a:t>
            </a:r>
            <a:endParaRPr b="1" sz="2400">
              <a:solidFill>
                <a:schemeClr val="dk1"/>
              </a:solidFill>
            </a:endParaRPr>
          </a:p>
        </p:txBody>
      </p:sp>
      <p:pic>
        <p:nvPicPr>
          <p:cNvPr id="213" name="Google Shape;213;g3944b0d527e_1_121"/>
          <p:cNvPicPr preferRelativeResize="0"/>
          <p:nvPr/>
        </p:nvPicPr>
        <p:blipFill>
          <a:blip r:embed="rId3">
            <a:alphaModFix/>
          </a:blip>
          <a:stretch>
            <a:fillRect/>
          </a:stretch>
        </p:blipFill>
        <p:spPr>
          <a:xfrm>
            <a:off x="209550" y="1695450"/>
            <a:ext cx="5695950" cy="3467100"/>
          </a:xfrm>
          <a:prstGeom prst="rect">
            <a:avLst/>
          </a:prstGeom>
          <a:noFill/>
          <a:ln>
            <a:noFill/>
          </a:ln>
        </p:spPr>
      </p:pic>
      <p:pic>
        <p:nvPicPr>
          <p:cNvPr id="214" name="Google Shape;214;g3944b0d527e_1_121"/>
          <p:cNvPicPr preferRelativeResize="0"/>
          <p:nvPr/>
        </p:nvPicPr>
        <p:blipFill>
          <a:blip r:embed="rId4">
            <a:alphaModFix/>
          </a:blip>
          <a:stretch>
            <a:fillRect/>
          </a:stretch>
        </p:blipFill>
        <p:spPr>
          <a:xfrm>
            <a:off x="6096000" y="1676400"/>
            <a:ext cx="5695950" cy="3505200"/>
          </a:xfrm>
          <a:prstGeom prst="rect">
            <a:avLst/>
          </a:prstGeom>
          <a:noFill/>
          <a:ln>
            <a:noFill/>
          </a:ln>
        </p:spPr>
      </p:pic>
      <p:sp>
        <p:nvSpPr>
          <p:cNvPr id="215" name="Google Shape;215;g3944b0d527e_1_121"/>
          <p:cNvSpPr txBox="1"/>
          <p:nvPr/>
        </p:nvSpPr>
        <p:spPr>
          <a:xfrm>
            <a:off x="3198700" y="5366400"/>
            <a:ext cx="5945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White balance neutralizes the green tint for a natural final image, while the difference map shows exactly where color corrections were applied.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85c61db46a_0_0"/>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221" name="Google Shape;221;g385c61db46a_0_0"/>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222" name="Google Shape;222;g385c61db46a_0_0"/>
          <p:cNvSpPr txBox="1"/>
          <p:nvPr/>
        </p:nvSpPr>
        <p:spPr>
          <a:xfrm>
            <a:off x="3813125" y="724525"/>
            <a:ext cx="60903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Preprocessing used for final model training</a:t>
            </a:r>
            <a:endParaRPr b="1" sz="2400">
              <a:solidFill>
                <a:schemeClr val="dk1"/>
              </a:solidFill>
            </a:endParaRPr>
          </a:p>
        </p:txBody>
      </p:sp>
      <p:pic>
        <p:nvPicPr>
          <p:cNvPr id="223" name="Google Shape;223;g385c61db46a_0_0"/>
          <p:cNvPicPr preferRelativeResize="0"/>
          <p:nvPr/>
        </p:nvPicPr>
        <p:blipFill>
          <a:blip r:embed="rId3">
            <a:alphaModFix/>
          </a:blip>
          <a:stretch>
            <a:fillRect/>
          </a:stretch>
        </p:blipFill>
        <p:spPr>
          <a:xfrm>
            <a:off x="1407950" y="1348350"/>
            <a:ext cx="7850356" cy="53102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85c61db46a_0_17"/>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Methodology</a:t>
            </a:r>
            <a:endParaRPr/>
          </a:p>
        </p:txBody>
      </p:sp>
      <p:sp>
        <p:nvSpPr>
          <p:cNvPr id="229" name="Google Shape;229;g385c61db46a_0_17"/>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230" name="Google Shape;230;g385c61db46a_0_17"/>
          <p:cNvSpPr txBox="1"/>
          <p:nvPr/>
        </p:nvSpPr>
        <p:spPr>
          <a:xfrm>
            <a:off x="3813125" y="724525"/>
            <a:ext cx="60903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Preprocessing used for final model training</a:t>
            </a:r>
            <a:endParaRPr b="1" sz="2400">
              <a:solidFill>
                <a:schemeClr val="dk1"/>
              </a:solidFill>
            </a:endParaRPr>
          </a:p>
        </p:txBody>
      </p:sp>
      <p:pic>
        <p:nvPicPr>
          <p:cNvPr id="231" name="Google Shape;231;g385c61db46a_0_17" title="Figure_1.png"/>
          <p:cNvPicPr preferRelativeResize="0"/>
          <p:nvPr/>
        </p:nvPicPr>
        <p:blipFill>
          <a:blip r:embed="rId3">
            <a:alphaModFix/>
          </a:blip>
          <a:stretch>
            <a:fillRect/>
          </a:stretch>
        </p:blipFill>
        <p:spPr>
          <a:xfrm>
            <a:off x="6384624" y="1927675"/>
            <a:ext cx="5747352" cy="3352622"/>
          </a:xfrm>
          <a:prstGeom prst="rect">
            <a:avLst/>
          </a:prstGeom>
          <a:noFill/>
          <a:ln>
            <a:noFill/>
          </a:ln>
        </p:spPr>
      </p:pic>
      <p:pic>
        <p:nvPicPr>
          <p:cNvPr id="232" name="Google Shape;232;g385c61db46a_0_17"/>
          <p:cNvPicPr preferRelativeResize="0"/>
          <p:nvPr/>
        </p:nvPicPr>
        <p:blipFill>
          <a:blip r:embed="rId4">
            <a:alphaModFix/>
          </a:blip>
          <a:stretch>
            <a:fillRect/>
          </a:stretch>
        </p:blipFill>
        <p:spPr>
          <a:xfrm>
            <a:off x="206675" y="1718436"/>
            <a:ext cx="5889324" cy="3535489"/>
          </a:xfrm>
          <a:prstGeom prst="rect">
            <a:avLst/>
          </a:prstGeom>
          <a:noFill/>
          <a:ln>
            <a:noFill/>
          </a:ln>
        </p:spPr>
      </p:pic>
      <p:sp>
        <p:nvSpPr>
          <p:cNvPr id="233" name="Google Shape;233;g385c61db46a_0_17"/>
          <p:cNvSpPr txBox="1"/>
          <p:nvPr/>
        </p:nvSpPr>
        <p:spPr>
          <a:xfrm>
            <a:off x="941125" y="5234475"/>
            <a:ext cx="46062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Segmentation mAP </a:t>
            </a:r>
            <a:endParaRPr sz="2400">
              <a:solidFill>
                <a:schemeClr val="dk1"/>
              </a:solidFill>
            </a:endParaRPr>
          </a:p>
        </p:txBody>
      </p:sp>
      <p:sp>
        <p:nvSpPr>
          <p:cNvPr id="234" name="Google Shape;234;g385c61db46a_0_17"/>
          <p:cNvSpPr txBox="1"/>
          <p:nvPr/>
        </p:nvSpPr>
        <p:spPr>
          <a:xfrm>
            <a:off x="6955200" y="5344250"/>
            <a:ext cx="46062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Precision recall</a:t>
            </a:r>
            <a:endParaRPr sz="24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8"/>
          <p:cNvSpPr txBox="1"/>
          <p:nvPr>
            <p:ph type="title"/>
          </p:nvPr>
        </p:nvSpPr>
        <p:spPr>
          <a:xfrm>
            <a:off x="-1346146" y="299852"/>
            <a:ext cx="6062100" cy="6195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chemeClr val="dk1"/>
              </a:buClr>
              <a:buSzPts val="3200"/>
              <a:buFont typeface="Arial"/>
              <a:buNone/>
            </a:pPr>
            <a:r>
              <a:rPr lang="en-US"/>
              <a:t>RESULTS</a:t>
            </a:r>
            <a:endParaRPr/>
          </a:p>
        </p:txBody>
      </p:sp>
      <p:sp>
        <p:nvSpPr>
          <p:cNvPr id="240" name="Google Shape;240;p8"/>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pic>
        <p:nvPicPr>
          <p:cNvPr id="241" name="Google Shape;241;p8" title="vid_000028_frame0000039.jpg"/>
          <p:cNvPicPr preferRelativeResize="0"/>
          <p:nvPr/>
        </p:nvPicPr>
        <p:blipFill>
          <a:blip r:embed="rId3">
            <a:alphaModFix/>
          </a:blip>
          <a:stretch>
            <a:fillRect/>
          </a:stretch>
        </p:blipFill>
        <p:spPr>
          <a:xfrm>
            <a:off x="152400" y="1071752"/>
            <a:ext cx="4572000" cy="2571750"/>
          </a:xfrm>
          <a:prstGeom prst="rect">
            <a:avLst/>
          </a:prstGeom>
          <a:noFill/>
          <a:ln>
            <a:noFill/>
          </a:ln>
        </p:spPr>
      </p:pic>
      <p:pic>
        <p:nvPicPr>
          <p:cNvPr id="242" name="Google Shape;242;p8" title="vid_000002_frame0000016.jpg"/>
          <p:cNvPicPr preferRelativeResize="0"/>
          <p:nvPr/>
        </p:nvPicPr>
        <p:blipFill>
          <a:blip r:embed="rId4">
            <a:alphaModFix/>
          </a:blip>
          <a:stretch>
            <a:fillRect/>
          </a:stretch>
        </p:blipFill>
        <p:spPr>
          <a:xfrm>
            <a:off x="6818350" y="1071750"/>
            <a:ext cx="4572000" cy="2571750"/>
          </a:xfrm>
          <a:prstGeom prst="rect">
            <a:avLst/>
          </a:prstGeom>
          <a:noFill/>
          <a:ln>
            <a:noFill/>
          </a:ln>
        </p:spPr>
      </p:pic>
      <p:pic>
        <p:nvPicPr>
          <p:cNvPr id="243" name="Google Shape;243;p8" title="vid_000112_frame0000050.jpg"/>
          <p:cNvPicPr preferRelativeResize="0"/>
          <p:nvPr/>
        </p:nvPicPr>
        <p:blipFill>
          <a:blip r:embed="rId5">
            <a:alphaModFix/>
          </a:blip>
          <a:stretch>
            <a:fillRect/>
          </a:stretch>
        </p:blipFill>
        <p:spPr>
          <a:xfrm>
            <a:off x="4652750" y="3567300"/>
            <a:ext cx="3879600" cy="2909700"/>
          </a:xfrm>
          <a:prstGeom prst="rect">
            <a:avLst/>
          </a:prstGeom>
          <a:noFill/>
          <a:ln>
            <a:noFill/>
          </a:ln>
        </p:spPr>
      </p:pic>
      <p:sp>
        <p:nvSpPr>
          <p:cNvPr id="244" name="Google Shape;244;p8"/>
          <p:cNvSpPr txBox="1"/>
          <p:nvPr/>
        </p:nvSpPr>
        <p:spPr>
          <a:xfrm>
            <a:off x="705800" y="3643500"/>
            <a:ext cx="41847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Identified trash_wood</a:t>
            </a:r>
            <a:endParaRPr sz="2400">
              <a:solidFill>
                <a:schemeClr val="dk1"/>
              </a:solidFill>
            </a:endParaRPr>
          </a:p>
        </p:txBody>
      </p:sp>
      <p:sp>
        <p:nvSpPr>
          <p:cNvPr id="245" name="Google Shape;245;p8"/>
          <p:cNvSpPr txBox="1"/>
          <p:nvPr/>
        </p:nvSpPr>
        <p:spPr>
          <a:xfrm>
            <a:off x="4890500" y="6320850"/>
            <a:ext cx="41847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Identified plastic bottle</a:t>
            </a:r>
            <a:endParaRPr sz="2400">
              <a:solidFill>
                <a:schemeClr val="dk1"/>
              </a:solidFill>
            </a:endParaRPr>
          </a:p>
        </p:txBody>
      </p:sp>
      <p:sp>
        <p:nvSpPr>
          <p:cNvPr id="246" name="Google Shape;246;p8"/>
          <p:cNvSpPr txBox="1"/>
          <p:nvPr/>
        </p:nvSpPr>
        <p:spPr>
          <a:xfrm>
            <a:off x="8736150" y="3643500"/>
            <a:ext cx="41847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rPr>
              <a:t>Identified plastic bag</a:t>
            </a:r>
            <a:endParaRPr sz="24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85c61db46a_0_9"/>
          <p:cNvSpPr txBox="1"/>
          <p:nvPr>
            <p:ph type="title"/>
          </p:nvPr>
        </p:nvSpPr>
        <p:spPr>
          <a:xfrm>
            <a:off x="-263049" y="350400"/>
            <a:ext cx="3741900" cy="51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200"/>
              <a:buFont typeface="Arial"/>
              <a:buNone/>
            </a:pPr>
            <a:r>
              <a:rPr lang="en-US"/>
              <a:t>RESULTS</a:t>
            </a:r>
            <a:endParaRPr/>
          </a:p>
        </p:txBody>
      </p:sp>
      <p:sp>
        <p:nvSpPr>
          <p:cNvPr id="252" name="Google Shape;252;g385c61db46a_0_9"/>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11</a:t>
            </a:r>
            <a:endParaRPr sz="1300">
              <a:solidFill>
                <a:schemeClr val="dk1"/>
              </a:solidFill>
            </a:endParaRPr>
          </a:p>
        </p:txBody>
      </p:sp>
      <p:sp>
        <p:nvSpPr>
          <p:cNvPr id="253" name="Google Shape;253;g385c61db46a_0_9"/>
          <p:cNvSpPr txBox="1"/>
          <p:nvPr/>
        </p:nvSpPr>
        <p:spPr>
          <a:xfrm>
            <a:off x="3813125" y="724525"/>
            <a:ext cx="60903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2400">
              <a:solidFill>
                <a:schemeClr val="dk1"/>
              </a:solidFill>
            </a:endParaRPr>
          </a:p>
        </p:txBody>
      </p:sp>
      <p:pic>
        <p:nvPicPr>
          <p:cNvPr id="254" name="Google Shape;254;g385c61db46a_0_9"/>
          <p:cNvPicPr preferRelativeResize="0"/>
          <p:nvPr/>
        </p:nvPicPr>
        <p:blipFill>
          <a:blip r:embed="rId3">
            <a:alphaModFix/>
          </a:blip>
          <a:stretch>
            <a:fillRect/>
          </a:stretch>
        </p:blipFill>
        <p:spPr>
          <a:xfrm>
            <a:off x="1652075" y="1348350"/>
            <a:ext cx="9268843" cy="5310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5"/>
          <p:cNvSpPr txBox="1"/>
          <p:nvPr>
            <p:ph type="ctrTitle"/>
          </p:nvPr>
        </p:nvSpPr>
        <p:spPr>
          <a:xfrm>
            <a:off x="1993352" y="68400"/>
            <a:ext cx="8205300" cy="6252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Clr>
                <a:schemeClr val="dk1"/>
              </a:buClr>
              <a:buSzPts val="5400"/>
              <a:buFont typeface="Arial"/>
              <a:buNone/>
            </a:pPr>
            <a:r>
              <a:rPr lang="en-US"/>
              <a:t>CONCLUSION</a:t>
            </a:r>
            <a:endParaRPr/>
          </a:p>
        </p:txBody>
      </p:sp>
      <p:sp>
        <p:nvSpPr>
          <p:cNvPr id="260" name="Google Shape;260;p5"/>
          <p:cNvSpPr txBox="1"/>
          <p:nvPr/>
        </p:nvSpPr>
        <p:spPr>
          <a:xfrm>
            <a:off x="11752250" y="6519100"/>
            <a:ext cx="439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a:solidFill>
                  <a:schemeClr val="dk1"/>
                </a:solidFill>
              </a:rPr>
              <a:t>14</a:t>
            </a:r>
            <a:endParaRPr sz="1300">
              <a:solidFill>
                <a:schemeClr val="dk1"/>
              </a:solidFill>
            </a:endParaRPr>
          </a:p>
        </p:txBody>
      </p:sp>
      <p:sp>
        <p:nvSpPr>
          <p:cNvPr id="261" name="Google Shape;261;p5"/>
          <p:cNvSpPr txBox="1"/>
          <p:nvPr/>
        </p:nvSpPr>
        <p:spPr>
          <a:xfrm>
            <a:off x="1437075" y="1897500"/>
            <a:ext cx="9613200" cy="30630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n-US" sz="1700">
                <a:solidFill>
                  <a:schemeClr val="dk1"/>
                </a:solidFill>
              </a:rPr>
              <a:t>The preprocessing steps yielded a visually superior dataset; </a:t>
            </a:r>
            <a:r>
              <a:rPr b="1" lang="en-US" sz="1700">
                <a:solidFill>
                  <a:schemeClr val="dk1"/>
                </a:solidFill>
              </a:rPr>
              <a:t>CLAHE yielded clearer, higher-contrast images</a:t>
            </a:r>
            <a:r>
              <a:rPr lang="en-US" sz="1700">
                <a:solidFill>
                  <a:schemeClr val="dk1"/>
                </a:solidFill>
              </a:rPr>
              <a:t> by enhancing local details , while </a:t>
            </a:r>
            <a:r>
              <a:rPr b="1" lang="en-US" sz="1700">
                <a:solidFill>
                  <a:schemeClr val="dk1"/>
                </a:solidFill>
              </a:rPr>
              <a:t>white balancing yielded more color-natural images</a:t>
            </a:r>
            <a:r>
              <a:rPr lang="en-US" sz="1700">
                <a:solidFill>
                  <a:schemeClr val="dk1"/>
                </a:solidFill>
              </a:rPr>
              <a:t> by neutralizing the strong green tint.</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This enhanced dataset directly yielded a more effective model. The pipeline was proven to be highly successful, boosting the crucial </a:t>
            </a:r>
            <a:r>
              <a:rPr b="1" lang="en-US" sz="1700">
                <a:solidFill>
                  <a:schemeClr val="dk1"/>
                </a:solidFill>
              </a:rPr>
              <a:t>segmentation mAP score from 0.1815 to 0.2955</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Ultimately, the combination of these preprocessing steps yielded a model with far greater accuracy and reliability. This is demonstrated by the significant gains in both </a:t>
            </a:r>
            <a:r>
              <a:rPr b="1" lang="en-US" sz="1700">
                <a:solidFill>
                  <a:schemeClr val="dk1"/>
                </a:solidFill>
              </a:rPr>
              <a:t>precision (which rose from 0.46 to 0.63)</a:t>
            </a:r>
            <a:r>
              <a:rPr lang="en-US" sz="1700">
                <a:solidFill>
                  <a:schemeClr val="dk1"/>
                </a:solidFill>
              </a:rPr>
              <a:t> and </a:t>
            </a:r>
            <a:r>
              <a:rPr b="1" lang="en-US" sz="1700">
                <a:solidFill>
                  <a:schemeClr val="dk1"/>
                </a:solidFill>
              </a:rPr>
              <a:t>recall (which rose from 0.37 to 0.54)</a:t>
            </a:r>
            <a:r>
              <a:rPr lang="en-US" sz="1700">
                <a:solidFill>
                  <a:schemeClr val="dk1"/>
                </a:solidFill>
              </a:rPr>
              <a:t> compared to the baseline.</a:t>
            </a:r>
            <a:endParaRPr sz="17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65" name="Shape 265"/>
        <p:cNvGrpSpPr/>
        <p:nvPr/>
      </p:nvGrpSpPr>
      <p:grpSpPr>
        <a:xfrm>
          <a:off x="0" y="0"/>
          <a:ext cx="0" cy="0"/>
          <a:chOff x="0" y="0"/>
          <a:chExt cx="0" cy="0"/>
        </a:xfrm>
      </p:grpSpPr>
      <p:pic>
        <p:nvPicPr>
          <p:cNvPr descr="White DNA structure" id="266" name="Google Shape;266;p6"/>
          <p:cNvPicPr preferRelativeResize="0"/>
          <p:nvPr>
            <p:ph idx="2" type="pic"/>
          </p:nvPr>
        </p:nvPicPr>
        <p:blipFill rotWithShape="1">
          <a:blip r:embed="rId3">
            <a:alphaModFix/>
          </a:blip>
          <a:srcRect b="0" l="9" r="0" t="0"/>
          <a:stretch/>
        </p:blipFill>
        <p:spPr>
          <a:xfrm>
            <a:off x="1524000" y="1481328"/>
            <a:ext cx="9144000" cy="3895344"/>
          </a:xfrm>
          <a:prstGeom prst="rect">
            <a:avLst/>
          </a:prstGeom>
          <a:solidFill>
            <a:schemeClr val="lt1"/>
          </a:solidFill>
          <a:ln>
            <a:noFill/>
          </a:ln>
        </p:spPr>
      </p:pic>
      <p:sp>
        <p:nvSpPr>
          <p:cNvPr id="267" name="Google Shape;267;p6"/>
          <p:cNvSpPr txBox="1"/>
          <p:nvPr>
            <p:ph type="ctrTitle"/>
          </p:nvPr>
        </p:nvSpPr>
        <p:spPr>
          <a:xfrm>
            <a:off x="1984248" y="1920240"/>
            <a:ext cx="8229600" cy="30174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5400"/>
              <a:buFont typeface="Arial"/>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2025-10-08T10:08:08Z</dcterms:created>
  <dc:creator>Varad Rane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